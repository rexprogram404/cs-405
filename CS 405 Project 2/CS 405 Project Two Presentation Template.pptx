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sldIdLst>
    <p:sldId id="256" r:id="rId19"/>
    <p:sldId id="257" r:id="rId20"/>
    <p:sldId id="258" r:id="rId21"/>
    <p:sldId id="259" r:id="rId22"/>
    <p:sldId id="260" r:id="rId23"/>
    <p:sldId id="261" r:id="rId24"/>
    <p:sldId id="262" r:id="rId25"/>
    <p:sldId id="263" r:id="rId26"/>
    <p:sldId id="264" r:id="rId27"/>
    <p:sldId id="265" r:id="rId28"/>
    <p:sldId id="266" r:id="rId29"/>
    <p:sldId id="267" r:id="rId30"/>
    <p:sldId id="268" r:id="rId31"/>
    <p:sldId id="269" r:id="rId3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2895480" y="764280"/>
            <a:ext cx="8610120" cy="12927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 name="PlaceHolder 2"/>
          <p:cNvSpPr>
            <a:spLocks noGrp="1"/>
          </p:cNvSpPr>
          <p:nvPr>
            <p:ph type="subTitle"/>
          </p:nvPr>
        </p:nvSpPr>
        <p:spPr>
          <a:xfrm>
            <a:off x="685800" y="2194560"/>
            <a:ext cx="10820160" cy="402372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1058489-25F7-4D67-BFDF-1619E72F138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anoramic Picture with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45E28AD-082E-4182-AA6D-BA7670BB35D7}"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798C171-B812-45E5-A28A-4E6855F3417B}"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F99B0FDA-6790-4F20-B2CF-FBA9AE0EA90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A21B53E-058F-4AB5-8D19-27484848FAEB}"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Column">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D6501412-7E74-442A-BACB-7950255EA6BF}"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 Picture Colum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41FF7927-454D-4AF2-8D9D-DDDEE5D6883F}"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EB46CC29-7CE9-4984-8BAD-925642A9A1F8}"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C7D74227-63A1-4157-A2E2-57F27A0D594F}"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84" name="PlaceHolder 1"/>
          <p:cNvSpPr>
            <a:spLocks noGrp="1"/>
          </p:cNvSpPr>
          <p:nvPr>
            <p:ph type="title"/>
          </p:nvPr>
        </p:nvSpPr>
        <p:spPr>
          <a:xfrm>
            <a:off x="2895480" y="764280"/>
            <a:ext cx="8610120" cy="12927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5" name="PlaceHolder 2"/>
          <p:cNvSpPr>
            <a:spLocks noGrp="1"/>
          </p:cNvSpPr>
          <p:nvPr>
            <p:ph/>
          </p:nvPr>
        </p:nvSpPr>
        <p:spPr>
          <a:xfrm>
            <a:off x="685800" y="2194560"/>
            <a:ext cx="10820160" cy="4023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61511BBA-E85B-4B1B-A738-BFF46F012B80}" type="slidenum">
              <a:t>&lt;#&gt;</a:t>
            </a:fld>
          </a:p>
        </p:txBody>
      </p:sp>
      <p:sp>
        <p:nvSpPr>
          <p:cNvPr id="6" name="PlaceHolder 5"/>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CA387A3-7DC1-4CA1-A8FF-1FDF9028215B}"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100" name="PlaceHolder 1"/>
          <p:cNvSpPr>
            <a:spLocks noGrp="1"/>
          </p:cNvSpPr>
          <p:nvPr>
            <p:ph type="title"/>
          </p:nvPr>
        </p:nvSpPr>
        <p:spPr>
          <a:xfrm>
            <a:off x="2895480" y="764280"/>
            <a:ext cx="8610120" cy="12927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1" name="PlaceHolder 2"/>
          <p:cNvSpPr>
            <a:spLocks noGrp="1"/>
          </p:cNvSpPr>
          <p:nvPr>
            <p:ph/>
          </p:nvPr>
        </p:nvSpPr>
        <p:spPr>
          <a:xfrm>
            <a:off x="685800" y="2194560"/>
            <a:ext cx="5280120" cy="4023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2" name="PlaceHolder 3"/>
          <p:cNvSpPr>
            <a:spLocks noGrp="1"/>
          </p:cNvSpPr>
          <p:nvPr>
            <p:ph/>
          </p:nvPr>
        </p:nvSpPr>
        <p:spPr>
          <a:xfrm>
            <a:off x="6230160" y="2194560"/>
            <a:ext cx="5280120" cy="40237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35"/>
          </p:nvPr>
        </p:nvSpPr>
        <p:spPr/>
        <p:txBody>
          <a:bodyPr/>
          <a:p>
            <a:r>
              <a:t>Footer</a:t>
            </a:r>
          </a:p>
        </p:txBody>
      </p:sp>
      <p:sp>
        <p:nvSpPr>
          <p:cNvPr id="6" name="PlaceHolder 5"/>
          <p:cNvSpPr>
            <a:spLocks noGrp="1"/>
          </p:cNvSpPr>
          <p:nvPr>
            <p:ph type="sldNum" idx="36"/>
          </p:nvPr>
        </p:nvSpPr>
        <p:spPr/>
        <p:txBody>
          <a:bodyPr/>
          <a:p>
            <a:fld id="{268AF0DB-024C-4C84-B059-4F0B53931D9D}" type="slidenum">
              <a:t>&lt;#&gt;</a:t>
            </a:fld>
          </a:p>
        </p:txBody>
      </p:sp>
      <p:sp>
        <p:nvSpPr>
          <p:cNvPr id="7" name="PlaceHolder 6"/>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2D999058-2C12-4118-B4A7-1CD777698FE5}" type="slidenum">
              <a:t>&lt;#&gt;</a:t>
            </a:fld>
          </a:p>
        </p:txBody>
      </p:sp>
      <p:sp>
        <p:nvSpPr>
          <p:cNvPr id="4" name="PlaceHolder 3"/>
          <p:cNvSpPr>
            <a:spLocks noGrp="1"/>
          </p:cNvSpPr>
          <p:nvPr>
            <p:ph type="dt" idx="37"/>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17" name="PlaceHolder 1"/>
          <p:cNvSpPr>
            <a:spLocks noGrp="1"/>
          </p:cNvSpPr>
          <p:nvPr>
            <p:ph type="title"/>
          </p:nvPr>
        </p:nvSpPr>
        <p:spPr>
          <a:xfrm>
            <a:off x="2895480" y="764280"/>
            <a:ext cx="8610120" cy="12927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41"/>
          </p:nvPr>
        </p:nvSpPr>
        <p:spPr/>
        <p:txBody>
          <a:bodyPr/>
          <a:p>
            <a:r>
              <a:t>Footer</a:t>
            </a:r>
          </a:p>
        </p:txBody>
      </p:sp>
      <p:sp>
        <p:nvSpPr>
          <p:cNvPr id="4" name="PlaceHolder 3"/>
          <p:cNvSpPr>
            <a:spLocks noGrp="1"/>
          </p:cNvSpPr>
          <p:nvPr>
            <p:ph type="sldNum" idx="42"/>
          </p:nvPr>
        </p:nvSpPr>
        <p:spPr/>
        <p:txBody>
          <a:bodyPr/>
          <a:p>
            <a:fld id="{5DB5DBEA-D22D-4397-AA68-2CCDC8BE1178}" type="slidenum">
              <a:t>&lt;#&gt;</a:t>
            </a:fld>
          </a:p>
        </p:txBody>
      </p:sp>
      <p:sp>
        <p:nvSpPr>
          <p:cNvPr id="5" name="PlaceHolder 4"/>
          <p:cNvSpPr>
            <a:spLocks noGrp="1"/>
          </p:cNvSpPr>
          <p:nvPr>
            <p:ph type="dt" idx="40"/>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4"/>
          </p:nvPr>
        </p:nvSpPr>
        <p:spPr/>
        <p:txBody>
          <a:bodyPr/>
          <a:p>
            <a:r>
              <a:t>Footer</a:t>
            </a:r>
          </a:p>
        </p:txBody>
      </p:sp>
      <p:sp>
        <p:nvSpPr>
          <p:cNvPr id="3" name="PlaceHolder 2"/>
          <p:cNvSpPr>
            <a:spLocks noGrp="1"/>
          </p:cNvSpPr>
          <p:nvPr>
            <p:ph type="sldNum" idx="45"/>
          </p:nvPr>
        </p:nvSpPr>
        <p:spPr/>
        <p:txBody>
          <a:bodyPr/>
          <a:p>
            <a:fld id="{48B928E6-4A59-43A1-873A-2E4B5D4FEDDA}" type="slidenum">
              <a:t>&lt;#&gt;</a:t>
            </a:fld>
          </a:p>
        </p:txBody>
      </p:sp>
      <p:sp>
        <p:nvSpPr>
          <p:cNvPr id="4" name="PlaceHolder 3"/>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05C38BF9-49A4-46C2-9586-D1C378641330}"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50"/>
          </p:nvPr>
        </p:nvSpPr>
        <p:spPr/>
        <p:txBody>
          <a:bodyPr/>
          <a:p>
            <a:r>
              <a:t>Footer</a:t>
            </a:r>
          </a:p>
        </p:txBody>
      </p:sp>
      <p:sp>
        <p:nvSpPr>
          <p:cNvPr id="3" name="PlaceHolder 2"/>
          <p:cNvSpPr>
            <a:spLocks noGrp="1"/>
          </p:cNvSpPr>
          <p:nvPr>
            <p:ph type="sldNum" idx="51"/>
          </p:nvPr>
        </p:nvSpPr>
        <p:spPr/>
        <p:txBody>
          <a:bodyPr/>
          <a:p>
            <a:fld id="{4B47F288-9ED9-40BB-8E59-DE0D190FF320}" type="slidenum">
              <a:t>&lt;#&gt;</a:t>
            </a:fld>
          </a:p>
        </p:txBody>
      </p:sp>
      <p:sp>
        <p:nvSpPr>
          <p:cNvPr id="4" name="PlaceHolder 3"/>
          <p:cNvSpPr>
            <a:spLocks noGrp="1"/>
          </p:cNvSpPr>
          <p:nvPr>
            <p:ph type="dt" idx="49"/>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pn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png"/><Relationship Id="rId3"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0" name="Google Shape;6;p15" descr="C0-HD-TOP.png"/>
          <p:cNvPicPr/>
          <p:nvPr/>
        </p:nvPicPr>
        <p:blipFill>
          <a:blip r:embed="rId2"/>
          <a:stretch/>
        </p:blipFill>
        <p:spPr>
          <a:xfrm>
            <a:off x="0" y="0"/>
            <a:ext cx="12191760" cy="1441080"/>
          </a:xfrm>
          <a:prstGeom prst="rect">
            <a:avLst/>
          </a:prstGeom>
          <a:ln w="0">
            <a:noFill/>
          </a:ln>
        </p:spPr>
      </p:pic>
      <p:pic>
        <p:nvPicPr>
          <p:cNvPr id="1" name="Google Shape;13;p16" descr="C0-HD-BTM.png"/>
          <p:cNvPicPr/>
          <p:nvPr/>
        </p:nvPicPr>
        <p:blipFill>
          <a:blip r:embed="rId3"/>
          <a:stretch/>
        </p:blipFill>
        <p:spPr>
          <a:xfrm>
            <a:off x="0" y="4375080"/>
            <a:ext cx="12191760" cy="2482560"/>
          </a:xfrm>
          <a:prstGeom prst="rect">
            <a:avLst/>
          </a:prstGeom>
          <a:ln w="0">
            <a:noFill/>
          </a:ln>
        </p:spPr>
      </p:pic>
      <p:sp>
        <p:nvSpPr>
          <p:cNvPr id="2" name="PlaceHolder 1"/>
          <p:cNvSpPr>
            <a:spLocks noGrp="1"/>
          </p:cNvSpPr>
          <p:nvPr>
            <p:ph type="title"/>
          </p:nvPr>
        </p:nvSpPr>
        <p:spPr>
          <a:xfrm>
            <a:off x="1371600" y="1803240"/>
            <a:ext cx="9448560" cy="1824840"/>
          </a:xfrm>
          <a:prstGeom prst="rect">
            <a:avLst/>
          </a:prstGeom>
          <a:noFill/>
          <a:ln w="0">
            <a:noFill/>
          </a:ln>
        </p:spPr>
        <p:txBody>
          <a:bodyPr lIns="91440" rIns="91440" tIns="45720" bIns="45720" anchor="b">
            <a:normAutofit fontScale="95151"/>
          </a:bodyPr>
          <a:p>
            <a:pPr indent="0">
              <a:buNone/>
            </a:pPr>
            <a:r>
              <a:rPr b="0" lang="en-US" sz="6000" spc="-1" strike="noStrike">
                <a:solidFill>
                  <a:srgbClr val="000000"/>
                </a:solidFill>
                <a:latin typeface="Arial"/>
              </a:rPr>
              <a:t>Click to edit the title text </a:t>
            </a:r>
            <a:r>
              <a:rPr b="0" lang="en-US" sz="6000" spc="-1" strike="noStrike">
                <a:solidFill>
                  <a:srgbClr val="000000"/>
                </a:solidFill>
                <a:latin typeface="Arial"/>
              </a:rPr>
              <a:t>format</a:t>
            </a:r>
            <a:endParaRPr b="0" lang="en-US" sz="6000" spc="-1" strike="noStrike">
              <a:solidFill>
                <a:srgbClr val="000000"/>
              </a:solidFill>
              <a:latin typeface="Arial"/>
            </a:endParaRPr>
          </a:p>
        </p:txBody>
      </p:sp>
      <p:sp>
        <p:nvSpPr>
          <p:cNvPr id="3" name="PlaceHolder 2"/>
          <p:cNvSpPr>
            <a:spLocks noGrp="1"/>
          </p:cNvSpPr>
          <p:nvPr>
            <p:ph type="dt" idx="1"/>
          </p:nvPr>
        </p:nvSpPr>
        <p:spPr>
          <a:xfrm>
            <a:off x="7909560" y="4314240"/>
            <a:ext cx="2910600" cy="37440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4" name="PlaceHolder 3"/>
          <p:cNvSpPr>
            <a:spLocks noGrp="1"/>
          </p:cNvSpPr>
          <p:nvPr>
            <p:ph type="ftr" idx="2"/>
          </p:nvPr>
        </p:nvSpPr>
        <p:spPr>
          <a:xfrm>
            <a:off x="1371600" y="4323960"/>
            <a:ext cx="6400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 name="PlaceHolder 4"/>
          <p:cNvSpPr>
            <a:spLocks noGrp="1"/>
          </p:cNvSpPr>
          <p:nvPr>
            <p:ph type="sldNum" idx="3"/>
          </p:nvPr>
        </p:nvSpPr>
        <p:spPr>
          <a:xfrm>
            <a:off x="8077320" y="143100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7CC5C9C0-7202-4A73-9433-93BA85C2C06C}"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9" name="Google Shape;6;p15" descr="C0-HD-TOP.png"/>
          <p:cNvPicPr/>
          <p:nvPr/>
        </p:nvPicPr>
        <p:blipFill>
          <a:blip r:embed="rId2"/>
          <a:stretch/>
        </p:blipFill>
        <p:spPr>
          <a:xfrm>
            <a:off x="0" y="0"/>
            <a:ext cx="12191760" cy="1441080"/>
          </a:xfrm>
          <a:prstGeom prst="rect">
            <a:avLst/>
          </a:prstGeom>
          <a:ln w="0">
            <a:noFill/>
          </a:ln>
        </p:spPr>
      </p:pic>
      <p:sp>
        <p:nvSpPr>
          <p:cNvPr id="10" name="PlaceHolder 1"/>
          <p:cNvSpPr>
            <a:spLocks noGrp="1"/>
          </p:cNvSpPr>
          <p:nvPr>
            <p:ph type="title"/>
          </p:nvPr>
        </p:nvSpPr>
        <p:spPr>
          <a:xfrm>
            <a:off x="685800" y="4697280"/>
            <a:ext cx="10821600" cy="81900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1" name="PlaceHolder 2"/>
          <p:cNvSpPr>
            <a:spLocks noGrp="1"/>
          </p:cNvSpPr>
          <p:nvPr>
            <p:ph type="body"/>
          </p:nvPr>
        </p:nvSpPr>
        <p:spPr>
          <a:xfrm>
            <a:off x="681840" y="941400"/>
            <a:ext cx="10821600" cy="3477960"/>
          </a:xfrm>
          <a:prstGeom prst="rect">
            <a:avLst/>
          </a:prstGeom>
          <a:noFill/>
          <a:ln w="0">
            <a:noFill/>
          </a:ln>
        </p:spPr>
        <p:txBody>
          <a:bodyPr lIns="91440" rIns="91440" tIns="45720" bIns="45720" anchor="t">
            <a:normAutofit fontScale="84366"/>
          </a:bodyPr>
          <a:p>
            <a:pPr marL="432000" indent="-324000">
              <a:spcBef>
                <a:spcPts val="1417"/>
              </a:spcBef>
              <a:buClr>
                <a:srgbClr val="ffffff"/>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2" name="PlaceHolder 3"/>
          <p:cNvSpPr>
            <a:spLocks noGrp="1"/>
          </p:cNvSpPr>
          <p:nvPr>
            <p:ph type="body"/>
          </p:nvPr>
        </p:nvSpPr>
        <p:spPr>
          <a:xfrm>
            <a:off x="685800" y="5516640"/>
            <a:ext cx="10820160" cy="701640"/>
          </a:xfrm>
          <a:prstGeom prst="rect">
            <a:avLst/>
          </a:prstGeom>
          <a:noFill/>
          <a:ln w="0">
            <a:noFill/>
          </a:ln>
        </p:spPr>
        <p:txBody>
          <a:bodyPr lIns="91440" rIns="91440" tIns="45720" bIns="45720" anchor="t">
            <a:normAutofit fontScale="11884" lnSpcReduction="1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3" name="PlaceHolder 4"/>
          <p:cNvSpPr>
            <a:spLocks noGrp="1"/>
          </p:cNvSpPr>
          <p:nvPr>
            <p:ph type="dt" idx="4"/>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4" name="PlaceHolder 5"/>
          <p:cNvSpPr>
            <a:spLocks noGrp="1"/>
          </p:cNvSpPr>
          <p:nvPr>
            <p:ph type="ftr" idx="5"/>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5" name="PlaceHolder 6"/>
          <p:cNvSpPr>
            <a:spLocks noGrp="1"/>
          </p:cNvSpPr>
          <p:nvPr>
            <p:ph type="sldNum" idx="6"/>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2A0F283F-5C0A-4FC5-9CD4-FE0F718C6D90}"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6" name="Google Shape;6;p15" descr="C0-HD-TOP.png"/>
          <p:cNvPicPr/>
          <p:nvPr/>
        </p:nvPicPr>
        <p:blipFill>
          <a:blip r:embed="rId2"/>
          <a:stretch/>
        </p:blipFill>
        <p:spPr>
          <a:xfrm>
            <a:off x="0" y="0"/>
            <a:ext cx="12191760" cy="1441080"/>
          </a:xfrm>
          <a:prstGeom prst="rect">
            <a:avLst/>
          </a:prstGeom>
          <a:ln w="0">
            <a:noFill/>
          </a:ln>
        </p:spPr>
      </p:pic>
      <p:pic>
        <p:nvPicPr>
          <p:cNvPr id="17" name="Google Shape;79;p26" descr="C0-HD-BTM.png"/>
          <p:cNvPicPr/>
          <p:nvPr/>
        </p:nvPicPr>
        <p:blipFill>
          <a:blip r:embed="rId3"/>
          <a:stretch/>
        </p:blipFill>
        <p:spPr>
          <a:xfrm>
            <a:off x="0" y="4375080"/>
            <a:ext cx="12191760" cy="2482560"/>
          </a:xfrm>
          <a:prstGeom prst="rect">
            <a:avLst/>
          </a:prstGeom>
          <a:ln w="0">
            <a:noFill/>
          </a:ln>
        </p:spPr>
      </p:pic>
      <p:sp>
        <p:nvSpPr>
          <p:cNvPr id="18" name="PlaceHolder 1"/>
          <p:cNvSpPr>
            <a:spLocks noGrp="1"/>
          </p:cNvSpPr>
          <p:nvPr>
            <p:ph type="title"/>
          </p:nvPr>
        </p:nvSpPr>
        <p:spPr>
          <a:xfrm>
            <a:off x="685800" y="753480"/>
            <a:ext cx="10820160" cy="2802240"/>
          </a:xfrm>
          <a:prstGeom prst="rect">
            <a:avLst/>
          </a:prstGeom>
          <a:noFill/>
          <a:ln w="0">
            <a:noFill/>
          </a:ln>
        </p:spPr>
        <p:txBody>
          <a:bodyPr lIns="91440" rIns="91440" tIns="45720" bIns="45720" anchor="ctr">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9" name="PlaceHolder 2"/>
          <p:cNvSpPr>
            <a:spLocks noGrp="1"/>
          </p:cNvSpPr>
          <p:nvPr>
            <p:ph type="body"/>
          </p:nvPr>
        </p:nvSpPr>
        <p:spPr>
          <a:xfrm>
            <a:off x="1024560" y="3648960"/>
            <a:ext cx="10130040" cy="998640"/>
          </a:xfrm>
          <a:prstGeom prst="rect">
            <a:avLst/>
          </a:prstGeom>
          <a:noFill/>
          <a:ln w="0">
            <a:noFill/>
          </a:ln>
        </p:spPr>
        <p:txBody>
          <a:bodyPr lIns="91440" rIns="91440" tIns="45720" bIns="45720" anchor="ctr">
            <a:normAutofit fontScale="30649" lnSpcReduction="1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20" name="PlaceHolder 3"/>
          <p:cNvSpPr>
            <a:spLocks noGrp="1"/>
          </p:cNvSpPr>
          <p:nvPr>
            <p:ph type="dt" idx="7"/>
          </p:nvPr>
        </p:nvSpPr>
        <p:spPr>
          <a:xfrm>
            <a:off x="7814520" y="38088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21" name="PlaceHolder 4"/>
          <p:cNvSpPr>
            <a:spLocks noGrp="1"/>
          </p:cNvSpPr>
          <p:nvPr>
            <p:ph type="ftr" idx="8"/>
          </p:nvPr>
        </p:nvSpPr>
        <p:spPr>
          <a:xfrm>
            <a:off x="685800" y="379800"/>
            <a:ext cx="699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22" name="PlaceHolder 5"/>
          <p:cNvSpPr>
            <a:spLocks noGrp="1"/>
          </p:cNvSpPr>
          <p:nvPr>
            <p:ph type="sldNum" idx="9"/>
          </p:nvPr>
        </p:nvSpPr>
        <p:spPr>
          <a:xfrm>
            <a:off x="10862280" y="380880"/>
            <a:ext cx="64332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90B22CA9-47FB-4946-823D-0959D84602F7}"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23" name="Google Shape;6;p15" descr="C0-HD-TOP.png"/>
          <p:cNvPicPr/>
          <p:nvPr/>
        </p:nvPicPr>
        <p:blipFill>
          <a:blip r:embed="rId2"/>
          <a:stretch/>
        </p:blipFill>
        <p:spPr>
          <a:xfrm>
            <a:off x="0" y="0"/>
            <a:ext cx="12191760" cy="1441080"/>
          </a:xfrm>
          <a:prstGeom prst="rect">
            <a:avLst/>
          </a:prstGeom>
          <a:ln w="0">
            <a:noFill/>
          </a:ln>
        </p:spPr>
      </p:pic>
      <p:pic>
        <p:nvPicPr>
          <p:cNvPr id="24" name="Google Shape;86;p27" descr="C0-HD-BTM.png"/>
          <p:cNvPicPr/>
          <p:nvPr/>
        </p:nvPicPr>
        <p:blipFill>
          <a:blip r:embed="rId3"/>
          <a:stretch/>
        </p:blipFill>
        <p:spPr>
          <a:xfrm>
            <a:off x="0" y="4375080"/>
            <a:ext cx="12191760" cy="2482560"/>
          </a:xfrm>
          <a:prstGeom prst="rect">
            <a:avLst/>
          </a:prstGeom>
          <a:ln w="0">
            <a:noFill/>
          </a:ln>
        </p:spPr>
      </p:pic>
      <p:sp>
        <p:nvSpPr>
          <p:cNvPr id="25" name="PlaceHolder 1"/>
          <p:cNvSpPr>
            <a:spLocks noGrp="1"/>
          </p:cNvSpPr>
          <p:nvPr>
            <p:ph type="title"/>
          </p:nvPr>
        </p:nvSpPr>
        <p:spPr>
          <a:xfrm>
            <a:off x="1024560" y="753480"/>
            <a:ext cx="10151280" cy="2604240"/>
          </a:xfrm>
          <a:prstGeom prst="rect">
            <a:avLst/>
          </a:prstGeom>
          <a:noFill/>
          <a:ln w="0">
            <a:noFill/>
          </a:ln>
        </p:spPr>
        <p:txBody>
          <a:bodyPr lIns="91440" rIns="91440" tIns="45720" bIns="45720" anchor="ctr">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26" name="PlaceHolder 2"/>
          <p:cNvSpPr>
            <a:spLocks noGrp="1"/>
          </p:cNvSpPr>
          <p:nvPr>
            <p:ph type="body"/>
          </p:nvPr>
        </p:nvSpPr>
        <p:spPr>
          <a:xfrm>
            <a:off x="1303920" y="3365640"/>
            <a:ext cx="9592200" cy="444240"/>
          </a:xfrm>
          <a:prstGeom prst="rect">
            <a:avLst/>
          </a:prstGeom>
          <a:noFill/>
          <a:ln w="0">
            <a:noFill/>
          </a:ln>
        </p:spPr>
        <p:txBody>
          <a:bodyPr lIns="91440" rIns="91440" tIns="45720" bIns="45720" anchor="t">
            <a:normAutofit fontScale="2856" lnSpcReduction="20000"/>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27" name="PlaceHolder 3"/>
          <p:cNvSpPr>
            <a:spLocks noGrp="1"/>
          </p:cNvSpPr>
          <p:nvPr>
            <p:ph type="body"/>
          </p:nvPr>
        </p:nvSpPr>
        <p:spPr>
          <a:xfrm>
            <a:off x="1024560" y="3960000"/>
            <a:ext cx="10151280" cy="679680"/>
          </a:xfrm>
          <a:prstGeom prst="rect">
            <a:avLst/>
          </a:prstGeom>
          <a:noFill/>
          <a:ln w="0">
            <a:noFill/>
          </a:ln>
        </p:spPr>
        <p:txBody>
          <a:bodyPr lIns="91440" rIns="91440" tIns="45720" bIns="45720" anchor="ctr">
            <a:normAutofit fontScale="11884" lnSpcReduction="1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28" name="PlaceHolder 4"/>
          <p:cNvSpPr>
            <a:spLocks noGrp="1"/>
          </p:cNvSpPr>
          <p:nvPr>
            <p:ph type="dt" idx="10"/>
          </p:nvPr>
        </p:nvSpPr>
        <p:spPr>
          <a:xfrm>
            <a:off x="7814520" y="38088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29" name="PlaceHolder 5"/>
          <p:cNvSpPr>
            <a:spLocks noGrp="1"/>
          </p:cNvSpPr>
          <p:nvPr>
            <p:ph type="ftr" idx="11"/>
          </p:nvPr>
        </p:nvSpPr>
        <p:spPr>
          <a:xfrm>
            <a:off x="685800" y="379800"/>
            <a:ext cx="699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0" name="PlaceHolder 6"/>
          <p:cNvSpPr>
            <a:spLocks noGrp="1"/>
          </p:cNvSpPr>
          <p:nvPr>
            <p:ph type="sldNum" idx="12"/>
          </p:nvPr>
        </p:nvSpPr>
        <p:spPr>
          <a:xfrm>
            <a:off x="10862280" y="380880"/>
            <a:ext cx="64332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A3E3A529-924B-4BBA-A312-EA487F06ED00}"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
        <p:nvSpPr>
          <p:cNvPr id="31" name="Google Shape;93;p27"/>
          <p:cNvSpPr/>
          <p:nvPr/>
        </p:nvSpPr>
        <p:spPr>
          <a:xfrm>
            <a:off x="476280" y="933480"/>
            <a:ext cx="609120" cy="584280"/>
          </a:xfrm>
          <a:prstGeom prst="rect">
            <a:avLst/>
          </a:prstGeom>
          <a:noFill/>
          <a:ln w="0">
            <a:noFill/>
          </a:ln>
        </p:spPr>
        <p:style>
          <a:lnRef idx="0"/>
          <a:fillRef idx="0"/>
          <a:effectRef idx="0"/>
          <a:fontRef idx="minor"/>
        </p:style>
        <p:txBody>
          <a:bodyPr anchor="ctr">
            <a:noAutofit/>
          </a:bodyPr>
          <a:p>
            <a:pPr>
              <a:lnSpc>
                <a:spcPct val="100000"/>
              </a:lnSpc>
              <a:tabLst>
                <a:tab algn="l" pos="0"/>
              </a:tabLst>
            </a:pPr>
            <a:r>
              <a:rPr b="0" lang="en-US" sz="8000" spc="-1" strike="noStrike">
                <a:solidFill>
                  <a:schemeClr val="lt1"/>
                </a:solidFill>
                <a:latin typeface="Century Gothic"/>
                <a:ea typeface="Century Gothic"/>
              </a:rPr>
              <a:t>“</a:t>
            </a:r>
            <a:endParaRPr b="0" lang="en-US" sz="8000" spc="-1" strike="noStrike">
              <a:solidFill>
                <a:srgbClr val="ffffff"/>
              </a:solidFill>
              <a:latin typeface="Arial"/>
            </a:endParaRPr>
          </a:p>
        </p:txBody>
      </p:sp>
      <p:sp>
        <p:nvSpPr>
          <p:cNvPr id="32" name="Google Shape;94;p27"/>
          <p:cNvSpPr/>
          <p:nvPr/>
        </p:nvSpPr>
        <p:spPr>
          <a:xfrm>
            <a:off x="10984320" y="2701440"/>
            <a:ext cx="609120" cy="584280"/>
          </a:xfrm>
          <a:prstGeom prst="rect">
            <a:avLst/>
          </a:prstGeom>
          <a:noFill/>
          <a:ln w="0">
            <a:noFill/>
          </a:ln>
        </p:spPr>
        <p:style>
          <a:lnRef idx="0"/>
          <a:fillRef idx="0"/>
          <a:effectRef idx="0"/>
          <a:fontRef idx="minor"/>
        </p:style>
        <p:txBody>
          <a:bodyPr anchor="ctr">
            <a:noAutofit/>
          </a:bodyPr>
          <a:p>
            <a:pPr algn="r">
              <a:lnSpc>
                <a:spcPct val="100000"/>
              </a:lnSpc>
              <a:tabLst>
                <a:tab algn="l" pos="0"/>
              </a:tabLst>
            </a:pPr>
            <a:r>
              <a:rPr b="0" lang="en-US" sz="8000" spc="-1" strike="noStrike">
                <a:solidFill>
                  <a:schemeClr val="lt1"/>
                </a:solidFill>
                <a:latin typeface="Century Gothic"/>
                <a:ea typeface="Century Gothic"/>
              </a:rPr>
              <a:t>”</a:t>
            </a:r>
            <a:endParaRPr b="0" lang="en-US" sz="8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33" name="Google Shape;6;p15" descr="C0-HD-TOP.png"/>
          <p:cNvPicPr/>
          <p:nvPr/>
        </p:nvPicPr>
        <p:blipFill>
          <a:blip r:embed="rId2"/>
          <a:stretch/>
        </p:blipFill>
        <p:spPr>
          <a:xfrm>
            <a:off x="0" y="0"/>
            <a:ext cx="12191760" cy="1441080"/>
          </a:xfrm>
          <a:prstGeom prst="rect">
            <a:avLst/>
          </a:prstGeom>
          <a:ln w="0">
            <a:noFill/>
          </a:ln>
        </p:spPr>
      </p:pic>
      <p:pic>
        <p:nvPicPr>
          <p:cNvPr id="34" name="Google Shape;96;p28" descr="C0-HD-BTM.png"/>
          <p:cNvPicPr/>
          <p:nvPr/>
        </p:nvPicPr>
        <p:blipFill>
          <a:blip r:embed="rId3"/>
          <a:stretch/>
        </p:blipFill>
        <p:spPr>
          <a:xfrm>
            <a:off x="0" y="4375080"/>
            <a:ext cx="12191760" cy="2482560"/>
          </a:xfrm>
          <a:prstGeom prst="rect">
            <a:avLst/>
          </a:prstGeom>
          <a:ln w="0">
            <a:noFill/>
          </a:ln>
        </p:spPr>
      </p:pic>
      <p:sp>
        <p:nvSpPr>
          <p:cNvPr id="35" name="PlaceHolder 1"/>
          <p:cNvSpPr>
            <a:spLocks noGrp="1"/>
          </p:cNvSpPr>
          <p:nvPr>
            <p:ph type="title"/>
          </p:nvPr>
        </p:nvSpPr>
        <p:spPr>
          <a:xfrm>
            <a:off x="1024560" y="1124640"/>
            <a:ext cx="10145880" cy="251136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36" name="PlaceHolder 2"/>
          <p:cNvSpPr>
            <a:spLocks noGrp="1"/>
          </p:cNvSpPr>
          <p:nvPr>
            <p:ph type="body"/>
          </p:nvPr>
        </p:nvSpPr>
        <p:spPr>
          <a:xfrm>
            <a:off x="1024560" y="3648240"/>
            <a:ext cx="10144440" cy="999360"/>
          </a:xfrm>
          <a:prstGeom prst="rect">
            <a:avLst/>
          </a:prstGeom>
          <a:noFill/>
          <a:ln w="0">
            <a:noFill/>
          </a:ln>
        </p:spPr>
        <p:txBody>
          <a:bodyPr lIns="91440" rIns="91440" tIns="45720" bIns="45720" anchor="t">
            <a:normAutofit fontScale="30649" lnSpcReduction="1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37" name="PlaceHolder 3"/>
          <p:cNvSpPr>
            <a:spLocks noGrp="1"/>
          </p:cNvSpPr>
          <p:nvPr>
            <p:ph type="dt" idx="13"/>
          </p:nvPr>
        </p:nvSpPr>
        <p:spPr>
          <a:xfrm>
            <a:off x="7814520" y="3787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38" name="PlaceHolder 4"/>
          <p:cNvSpPr>
            <a:spLocks noGrp="1"/>
          </p:cNvSpPr>
          <p:nvPr>
            <p:ph type="ftr" idx="14"/>
          </p:nvPr>
        </p:nvSpPr>
        <p:spPr>
          <a:xfrm>
            <a:off x="685800" y="378720"/>
            <a:ext cx="699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39" name="PlaceHolder 5"/>
          <p:cNvSpPr>
            <a:spLocks noGrp="1"/>
          </p:cNvSpPr>
          <p:nvPr>
            <p:ph type="sldNum" idx="15"/>
          </p:nvPr>
        </p:nvSpPr>
        <p:spPr>
          <a:xfrm>
            <a:off x="10862280" y="380880"/>
            <a:ext cx="64332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C1036CDA-22E4-4658-BF25-CC83F9799657}"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40" name="Google Shape;6;p15" descr="C0-HD-TOP.png"/>
          <p:cNvPicPr/>
          <p:nvPr/>
        </p:nvPicPr>
        <p:blipFill>
          <a:blip r:embed="rId2"/>
          <a:stretch/>
        </p:blipFill>
        <p:spPr>
          <a:xfrm>
            <a:off x="0" y="0"/>
            <a:ext cx="12191760" cy="1441080"/>
          </a:xfrm>
          <a:prstGeom prst="rect">
            <a:avLst/>
          </a:prstGeom>
          <a:ln w="0">
            <a:noFill/>
          </a:ln>
        </p:spPr>
      </p:pic>
      <p:sp>
        <p:nvSpPr>
          <p:cNvPr id="41" name="PlaceHolder 1"/>
          <p:cNvSpPr>
            <a:spLocks noGrp="1"/>
          </p:cNvSpPr>
          <p:nvPr>
            <p:ph type="title"/>
          </p:nvPr>
        </p:nvSpPr>
        <p:spPr>
          <a:xfrm>
            <a:off x="2895480" y="762120"/>
            <a:ext cx="8610120" cy="130356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42" name="PlaceHolder 2"/>
          <p:cNvSpPr>
            <a:spLocks noGrp="1"/>
          </p:cNvSpPr>
          <p:nvPr>
            <p:ph type="body"/>
          </p:nvPr>
        </p:nvSpPr>
        <p:spPr>
          <a:xfrm>
            <a:off x="685800" y="2202120"/>
            <a:ext cx="3456000" cy="61704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3" name="PlaceHolder 3"/>
          <p:cNvSpPr>
            <a:spLocks noGrp="1"/>
          </p:cNvSpPr>
          <p:nvPr>
            <p:ph type="body"/>
          </p:nvPr>
        </p:nvSpPr>
        <p:spPr>
          <a:xfrm>
            <a:off x="685800" y="2904480"/>
            <a:ext cx="3456000" cy="3313800"/>
          </a:xfrm>
          <a:prstGeom prst="rect">
            <a:avLst/>
          </a:prstGeom>
          <a:noFill/>
          <a:ln w="0">
            <a:noFill/>
          </a:ln>
        </p:spPr>
        <p:txBody>
          <a:bodyPr lIns="91440" rIns="91440" tIns="45720" bIns="45720" anchor="t">
            <a:normAutofit fontScale="80696"/>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4" name="PlaceHolder 4"/>
          <p:cNvSpPr>
            <a:spLocks noGrp="1"/>
          </p:cNvSpPr>
          <p:nvPr>
            <p:ph type="body"/>
          </p:nvPr>
        </p:nvSpPr>
        <p:spPr>
          <a:xfrm>
            <a:off x="4368960" y="2201400"/>
            <a:ext cx="3456000" cy="62604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5" name="PlaceHolder 5"/>
          <p:cNvSpPr>
            <a:spLocks noGrp="1"/>
          </p:cNvSpPr>
          <p:nvPr>
            <p:ph type="body"/>
          </p:nvPr>
        </p:nvSpPr>
        <p:spPr>
          <a:xfrm>
            <a:off x="4366800" y="2904120"/>
            <a:ext cx="3456000" cy="3314160"/>
          </a:xfrm>
          <a:prstGeom prst="rect">
            <a:avLst/>
          </a:prstGeom>
          <a:noFill/>
          <a:ln w="0">
            <a:noFill/>
          </a:ln>
        </p:spPr>
        <p:txBody>
          <a:bodyPr lIns="91440" rIns="91440" tIns="45720" bIns="45720" anchor="t">
            <a:normAutofit fontScale="80696"/>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6" name="PlaceHolder 6"/>
          <p:cNvSpPr>
            <a:spLocks noGrp="1"/>
          </p:cNvSpPr>
          <p:nvPr>
            <p:ph type="body"/>
          </p:nvPr>
        </p:nvSpPr>
        <p:spPr>
          <a:xfrm>
            <a:off x="8051760" y="2192760"/>
            <a:ext cx="3456000" cy="62604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47" name="PlaceHolder 7"/>
          <p:cNvSpPr>
            <a:spLocks noGrp="1"/>
          </p:cNvSpPr>
          <p:nvPr>
            <p:ph type="body"/>
          </p:nvPr>
        </p:nvSpPr>
        <p:spPr>
          <a:xfrm>
            <a:off x="8051760" y="2904480"/>
            <a:ext cx="3456000" cy="3313800"/>
          </a:xfrm>
          <a:prstGeom prst="rect">
            <a:avLst/>
          </a:prstGeom>
          <a:noFill/>
          <a:ln w="0">
            <a:noFill/>
          </a:ln>
        </p:spPr>
        <p:txBody>
          <a:bodyPr lIns="91440" rIns="91440" tIns="45720" bIns="45720" anchor="t">
            <a:normAutofit fontScale="80696"/>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8" name="PlaceHolder 8"/>
          <p:cNvSpPr>
            <a:spLocks noGrp="1"/>
          </p:cNvSpPr>
          <p:nvPr>
            <p:ph type="dt" idx="16"/>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49" name="PlaceHolder 9"/>
          <p:cNvSpPr>
            <a:spLocks noGrp="1"/>
          </p:cNvSpPr>
          <p:nvPr>
            <p:ph type="ftr" idx="17"/>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50" name="PlaceHolder 10"/>
          <p:cNvSpPr>
            <a:spLocks noGrp="1"/>
          </p:cNvSpPr>
          <p:nvPr>
            <p:ph type="sldNum" idx="18"/>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0A4A09A7-E760-42FB-920F-0B7B2B6A4F4F}"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51" name="Google Shape;6;p15" descr="C0-HD-TOP.png"/>
          <p:cNvPicPr/>
          <p:nvPr/>
        </p:nvPicPr>
        <p:blipFill>
          <a:blip r:embed="rId2"/>
          <a:stretch/>
        </p:blipFill>
        <p:spPr>
          <a:xfrm>
            <a:off x="0" y="0"/>
            <a:ext cx="12191760" cy="1441080"/>
          </a:xfrm>
          <a:prstGeom prst="rect">
            <a:avLst/>
          </a:prstGeom>
          <a:ln w="0">
            <a:noFill/>
          </a:ln>
        </p:spPr>
      </p:pic>
      <p:sp>
        <p:nvSpPr>
          <p:cNvPr id="52" name="PlaceHolder 1"/>
          <p:cNvSpPr>
            <a:spLocks noGrp="1"/>
          </p:cNvSpPr>
          <p:nvPr>
            <p:ph type="title"/>
          </p:nvPr>
        </p:nvSpPr>
        <p:spPr>
          <a:xfrm>
            <a:off x="2895480" y="762120"/>
            <a:ext cx="8610120" cy="129492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53" name="PlaceHolder 2"/>
          <p:cNvSpPr>
            <a:spLocks noGrp="1"/>
          </p:cNvSpPr>
          <p:nvPr>
            <p:ph type="body"/>
          </p:nvPr>
        </p:nvSpPr>
        <p:spPr>
          <a:xfrm>
            <a:off x="688680" y="4191120"/>
            <a:ext cx="3451320" cy="68256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4" name="PlaceHolder 3"/>
          <p:cNvSpPr>
            <a:spLocks noGrp="1"/>
          </p:cNvSpPr>
          <p:nvPr>
            <p:ph type="body"/>
          </p:nvPr>
        </p:nvSpPr>
        <p:spPr>
          <a:xfrm>
            <a:off x="688680" y="2362320"/>
            <a:ext cx="3451320" cy="152352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43158" lnSpcReduction="2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55" name="PlaceHolder 4"/>
          <p:cNvSpPr>
            <a:spLocks noGrp="1"/>
          </p:cNvSpPr>
          <p:nvPr>
            <p:ph type="body"/>
          </p:nvPr>
        </p:nvSpPr>
        <p:spPr>
          <a:xfrm>
            <a:off x="688680" y="4873680"/>
            <a:ext cx="3451320" cy="1344600"/>
          </a:xfrm>
          <a:prstGeom prst="rect">
            <a:avLst/>
          </a:prstGeom>
          <a:noFill/>
          <a:ln w="0">
            <a:noFill/>
          </a:ln>
        </p:spPr>
        <p:txBody>
          <a:bodyPr lIns="91440" rIns="91440" tIns="45720" bIns="45720" anchor="t">
            <a:normAutofit fontScale="43561" lnSpcReduction="10000"/>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56" name="PlaceHolder 5"/>
          <p:cNvSpPr>
            <a:spLocks noGrp="1"/>
          </p:cNvSpPr>
          <p:nvPr>
            <p:ph type="body"/>
          </p:nvPr>
        </p:nvSpPr>
        <p:spPr>
          <a:xfrm>
            <a:off x="4374360" y="4191120"/>
            <a:ext cx="3448440" cy="68256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57" name="PlaceHolder 6"/>
          <p:cNvSpPr>
            <a:spLocks noGrp="1"/>
          </p:cNvSpPr>
          <p:nvPr>
            <p:ph type="body"/>
          </p:nvPr>
        </p:nvSpPr>
        <p:spPr>
          <a:xfrm>
            <a:off x="4374360" y="2362320"/>
            <a:ext cx="3448440" cy="152352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43158" lnSpcReduction="20000"/>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58" name="PlaceHolder 7"/>
          <p:cNvSpPr>
            <a:spLocks noGrp="1"/>
          </p:cNvSpPr>
          <p:nvPr>
            <p:ph type="body"/>
          </p:nvPr>
        </p:nvSpPr>
        <p:spPr>
          <a:xfrm>
            <a:off x="4374360" y="4873680"/>
            <a:ext cx="3448440" cy="1344600"/>
          </a:xfrm>
          <a:prstGeom prst="rect">
            <a:avLst/>
          </a:prstGeom>
          <a:noFill/>
          <a:ln w="0">
            <a:noFill/>
          </a:ln>
        </p:spPr>
        <p:txBody>
          <a:bodyPr lIns="91440" rIns="91440" tIns="45720" bIns="45720" anchor="t">
            <a:normAutofit fontScale="43561" lnSpcReduction="10000"/>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59" name="PlaceHolder 8"/>
          <p:cNvSpPr>
            <a:spLocks noGrp="1"/>
          </p:cNvSpPr>
          <p:nvPr>
            <p:ph type="body"/>
          </p:nvPr>
        </p:nvSpPr>
        <p:spPr>
          <a:xfrm>
            <a:off x="8049600" y="4191120"/>
            <a:ext cx="3456000" cy="682560"/>
          </a:xfrm>
          <a:prstGeom prst="rect">
            <a:avLst/>
          </a:prstGeom>
          <a:noFill/>
          <a:ln w="0">
            <a:noFill/>
          </a:ln>
        </p:spPr>
        <p:txBody>
          <a:bodyPr lIns="91440" rIns="91440" tIns="45720" bIns="45720" anchor="b">
            <a:noAutofit/>
          </a:bodyPr>
          <a:p>
            <a:pPr marL="432000" indent="-324000">
              <a:spcBef>
                <a:spcPts val="1417"/>
              </a:spcBef>
              <a:buClr>
                <a:srgbClr val="ffffff"/>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60" name="PlaceHolder 9"/>
          <p:cNvSpPr>
            <a:spLocks noGrp="1"/>
          </p:cNvSpPr>
          <p:nvPr>
            <p:ph type="body"/>
          </p:nvPr>
        </p:nvSpPr>
        <p:spPr>
          <a:xfrm>
            <a:off x="8049960" y="2362320"/>
            <a:ext cx="3447360" cy="1523520"/>
          </a:xfrm>
          <a:prstGeom prst="rect">
            <a:avLst/>
          </a:prstGeom>
          <a:noFill/>
          <a:ln w="0">
            <a:noFill/>
          </a:ln>
          <a:effectLst>
            <a:outerShdw dist="50760" dir="5400000" blurRad="50760" rotWithShape="0">
              <a:srgbClr val="000000">
                <a:alpha val="42000"/>
              </a:srgbClr>
            </a:outerShdw>
          </a:effectLst>
        </p:spPr>
        <p:txBody>
          <a:bodyPr lIns="91440" rIns="91440" tIns="45720" bIns="45720" anchor="t">
            <a:normAutofit fontScale="36904"/>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61" name="PlaceHolder 10"/>
          <p:cNvSpPr>
            <a:spLocks noGrp="1"/>
          </p:cNvSpPr>
          <p:nvPr>
            <p:ph type="body"/>
          </p:nvPr>
        </p:nvSpPr>
        <p:spPr>
          <a:xfrm>
            <a:off x="8049600" y="4873680"/>
            <a:ext cx="3452040" cy="1344600"/>
          </a:xfrm>
          <a:prstGeom prst="rect">
            <a:avLst/>
          </a:prstGeom>
          <a:noFill/>
          <a:ln w="0">
            <a:noFill/>
          </a:ln>
        </p:spPr>
        <p:txBody>
          <a:bodyPr lIns="91440" rIns="91440" tIns="45720" bIns="45720" anchor="t">
            <a:normAutofit fontScale="43561" lnSpcReduction="10000"/>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62" name="PlaceHolder 11"/>
          <p:cNvSpPr>
            <a:spLocks noGrp="1"/>
          </p:cNvSpPr>
          <p:nvPr>
            <p:ph type="dt" idx="19"/>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63" name="PlaceHolder 12"/>
          <p:cNvSpPr>
            <a:spLocks noGrp="1"/>
          </p:cNvSpPr>
          <p:nvPr>
            <p:ph type="ftr" idx="20"/>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64" name="PlaceHolder 13"/>
          <p:cNvSpPr>
            <a:spLocks noGrp="1"/>
          </p:cNvSpPr>
          <p:nvPr>
            <p:ph type="sldNum" idx="21"/>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5CEAE435-D430-40D6-B594-6EC802C4FB59}"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65" name="Google Shape;6;p15" descr="C0-HD-TOP.png"/>
          <p:cNvPicPr/>
          <p:nvPr/>
        </p:nvPicPr>
        <p:blipFill>
          <a:blip r:embed="rId2"/>
          <a:stretch/>
        </p:blipFill>
        <p:spPr>
          <a:xfrm>
            <a:off x="0" y="0"/>
            <a:ext cx="12191760" cy="1441080"/>
          </a:xfrm>
          <a:prstGeom prst="rect">
            <a:avLst/>
          </a:prstGeom>
          <a:ln w="0">
            <a:noFill/>
          </a:ln>
        </p:spPr>
      </p:pic>
      <p:sp>
        <p:nvSpPr>
          <p:cNvPr id="66"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67" name="PlaceHolder 2"/>
          <p:cNvSpPr>
            <a:spLocks noGrp="1"/>
          </p:cNvSpPr>
          <p:nvPr>
            <p:ph type="body"/>
          </p:nvPr>
        </p:nvSpPr>
        <p:spPr>
          <a:xfrm rot="5400000">
            <a:off x="4084200" y="-1203480"/>
            <a:ext cx="4023720" cy="10820160"/>
          </a:xfrm>
          <a:prstGeom prst="rect">
            <a:avLst/>
          </a:prstGeom>
          <a:noFill/>
          <a:ln w="0">
            <a:noFill/>
          </a:ln>
        </p:spPr>
        <p:txBody>
          <a:bodyPr lIns="91440" rIns="91440" tIns="45720" bIns="45720" anchor="t">
            <a:normAutofit fontScale="80466" lnSpcReduction="10000"/>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68" name="PlaceHolder 3"/>
          <p:cNvSpPr>
            <a:spLocks noGrp="1"/>
          </p:cNvSpPr>
          <p:nvPr>
            <p:ph type="dt" idx="22"/>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69" name="PlaceHolder 4"/>
          <p:cNvSpPr>
            <a:spLocks noGrp="1"/>
          </p:cNvSpPr>
          <p:nvPr>
            <p:ph type="ftr" idx="23"/>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70" name="PlaceHolder 5"/>
          <p:cNvSpPr>
            <a:spLocks noGrp="1"/>
          </p:cNvSpPr>
          <p:nvPr>
            <p:ph type="sldNum" idx="24"/>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54B2B4B0-936E-410C-B2CC-1BBB80CCFEC2}"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1" name="Google Shape;6;p15" descr="C0-HD-TOP.png"/>
          <p:cNvPicPr/>
          <p:nvPr/>
        </p:nvPicPr>
        <p:blipFill>
          <a:blip r:embed="rId2"/>
          <a:stretch/>
        </p:blipFill>
        <p:spPr>
          <a:xfrm>
            <a:off x="0" y="0"/>
            <a:ext cx="12191760" cy="1441080"/>
          </a:xfrm>
          <a:prstGeom prst="rect">
            <a:avLst/>
          </a:prstGeom>
          <a:ln w="0">
            <a:noFill/>
          </a:ln>
        </p:spPr>
      </p:pic>
      <p:pic>
        <p:nvPicPr>
          <p:cNvPr id="72" name="Google Shape;134;p32" descr="C0-HD-BTM.png"/>
          <p:cNvPicPr/>
          <p:nvPr/>
        </p:nvPicPr>
        <p:blipFill>
          <a:blip r:embed="rId3"/>
          <a:stretch/>
        </p:blipFill>
        <p:spPr>
          <a:xfrm>
            <a:off x="0" y="4375080"/>
            <a:ext cx="12191760" cy="2482560"/>
          </a:xfrm>
          <a:prstGeom prst="rect">
            <a:avLst/>
          </a:prstGeom>
          <a:ln w="0">
            <a:noFill/>
          </a:ln>
        </p:spPr>
      </p:pic>
      <p:sp>
        <p:nvSpPr>
          <p:cNvPr id="73" name="PlaceHolder 1"/>
          <p:cNvSpPr>
            <a:spLocks noGrp="1"/>
          </p:cNvSpPr>
          <p:nvPr>
            <p:ph type="title"/>
          </p:nvPr>
        </p:nvSpPr>
        <p:spPr>
          <a:xfrm rot="5400000">
            <a:off x="8526240" y="1667880"/>
            <a:ext cx="3902760" cy="205704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74" name="PlaceHolder 2"/>
          <p:cNvSpPr>
            <a:spLocks noGrp="1"/>
          </p:cNvSpPr>
          <p:nvPr>
            <p:ph type="body"/>
          </p:nvPr>
        </p:nvSpPr>
        <p:spPr>
          <a:xfrm rot="5400000">
            <a:off x="3175200" y="-1405080"/>
            <a:ext cx="3902760" cy="8203680"/>
          </a:xfrm>
          <a:prstGeom prst="rect">
            <a:avLst/>
          </a:prstGeom>
          <a:noFill/>
          <a:ln w="0">
            <a:noFill/>
          </a:ln>
        </p:spPr>
        <p:txBody>
          <a:bodyPr lIns="91440" rIns="91440" tIns="45720" bIns="45720" anchor="t">
            <a:normAutofit fontScale="77283"/>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75" name="PlaceHolder 3"/>
          <p:cNvSpPr>
            <a:spLocks noGrp="1"/>
          </p:cNvSpPr>
          <p:nvPr>
            <p:ph type="dt" idx="25"/>
          </p:nvPr>
        </p:nvSpPr>
        <p:spPr>
          <a:xfrm>
            <a:off x="7814520" y="37980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76" name="PlaceHolder 4"/>
          <p:cNvSpPr>
            <a:spLocks noGrp="1"/>
          </p:cNvSpPr>
          <p:nvPr>
            <p:ph type="ftr" idx="26"/>
          </p:nvPr>
        </p:nvSpPr>
        <p:spPr>
          <a:xfrm>
            <a:off x="685800" y="380880"/>
            <a:ext cx="699120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77" name="PlaceHolder 5"/>
          <p:cNvSpPr>
            <a:spLocks noGrp="1"/>
          </p:cNvSpPr>
          <p:nvPr>
            <p:ph type="sldNum" idx="27"/>
          </p:nvPr>
        </p:nvSpPr>
        <p:spPr>
          <a:xfrm>
            <a:off x="10862280" y="380880"/>
            <a:ext cx="64332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F394D508-C796-49E4-9F6A-1FCC38206AE3}"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78" name="Google Shape;6;p15" descr="C0-HD-TOP.png"/>
          <p:cNvPicPr/>
          <p:nvPr/>
        </p:nvPicPr>
        <p:blipFill>
          <a:blip r:embed="rId2"/>
          <a:stretch/>
        </p:blipFill>
        <p:spPr>
          <a:xfrm>
            <a:off x="0" y="0"/>
            <a:ext cx="12191760" cy="1441080"/>
          </a:xfrm>
          <a:prstGeom prst="rect">
            <a:avLst/>
          </a:prstGeom>
          <a:ln w="0">
            <a:noFill/>
          </a:ln>
        </p:spPr>
      </p:pic>
      <p:sp>
        <p:nvSpPr>
          <p:cNvPr id="79"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80" name="PlaceHolder 2"/>
          <p:cNvSpPr>
            <a:spLocks noGrp="1"/>
          </p:cNvSpPr>
          <p:nvPr>
            <p:ph type="body"/>
          </p:nvPr>
        </p:nvSpPr>
        <p:spPr>
          <a:xfrm>
            <a:off x="685800" y="2194560"/>
            <a:ext cx="10820160" cy="402372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81" name="PlaceHolder 3"/>
          <p:cNvSpPr>
            <a:spLocks noGrp="1"/>
          </p:cNvSpPr>
          <p:nvPr>
            <p:ph type="dt" idx="28"/>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82" name="PlaceHolder 4"/>
          <p:cNvSpPr>
            <a:spLocks noGrp="1"/>
          </p:cNvSpPr>
          <p:nvPr>
            <p:ph type="ftr" idx="29"/>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83" name="PlaceHolder 5"/>
          <p:cNvSpPr>
            <a:spLocks noGrp="1"/>
          </p:cNvSpPr>
          <p:nvPr>
            <p:ph type="sldNum" idx="30"/>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8223235D-4200-403A-B311-EB38B82A5213}"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86" name="Google Shape;6;p15" descr="C0-HD-TOP.png"/>
          <p:cNvPicPr/>
          <p:nvPr/>
        </p:nvPicPr>
        <p:blipFill>
          <a:blip r:embed="rId2"/>
          <a:stretch/>
        </p:blipFill>
        <p:spPr>
          <a:xfrm>
            <a:off x="0" y="0"/>
            <a:ext cx="12191760" cy="1441080"/>
          </a:xfrm>
          <a:prstGeom prst="rect">
            <a:avLst/>
          </a:prstGeom>
          <a:ln w="0">
            <a:noFill/>
          </a:ln>
        </p:spPr>
      </p:pic>
      <p:pic>
        <p:nvPicPr>
          <p:cNvPr id="87" name="Google Shape;26;p18" descr="C0-HD-BTM.png"/>
          <p:cNvPicPr/>
          <p:nvPr/>
        </p:nvPicPr>
        <p:blipFill>
          <a:blip r:embed="rId3"/>
          <a:stretch/>
        </p:blipFill>
        <p:spPr>
          <a:xfrm>
            <a:off x="0" y="4375080"/>
            <a:ext cx="12191760" cy="2482560"/>
          </a:xfrm>
          <a:prstGeom prst="rect">
            <a:avLst/>
          </a:prstGeom>
          <a:ln w="0">
            <a:noFill/>
          </a:ln>
        </p:spPr>
      </p:pic>
      <p:sp>
        <p:nvSpPr>
          <p:cNvPr id="88" name="PlaceHolder 1"/>
          <p:cNvSpPr>
            <a:spLocks noGrp="1"/>
          </p:cNvSpPr>
          <p:nvPr>
            <p:ph type="title"/>
          </p:nvPr>
        </p:nvSpPr>
        <p:spPr>
          <a:xfrm>
            <a:off x="685800" y="753480"/>
            <a:ext cx="10820160" cy="2801520"/>
          </a:xfrm>
          <a:prstGeom prst="rect">
            <a:avLst/>
          </a:prstGeom>
          <a:noFill/>
          <a:ln w="0">
            <a:noFill/>
          </a:ln>
        </p:spPr>
        <p:txBody>
          <a:bodyPr lIns="91440" rIns="91440" tIns="45720" bIns="45720" anchor="b">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89" name="PlaceHolder 2"/>
          <p:cNvSpPr>
            <a:spLocks noGrp="1"/>
          </p:cNvSpPr>
          <p:nvPr>
            <p:ph type="body"/>
          </p:nvPr>
        </p:nvSpPr>
        <p:spPr>
          <a:xfrm>
            <a:off x="1024560" y="3641760"/>
            <a:ext cx="10489680" cy="955440"/>
          </a:xfrm>
          <a:prstGeom prst="rect">
            <a:avLst/>
          </a:prstGeom>
          <a:noFill/>
          <a:ln w="0">
            <a:noFill/>
          </a:ln>
        </p:spPr>
        <p:txBody>
          <a:bodyPr lIns="91440" rIns="91440" tIns="45720" bIns="45720" anchor="t">
            <a:normAutofit fontScale="24548" lnSpcReduction="10000"/>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90" name="PlaceHolder 3"/>
          <p:cNvSpPr>
            <a:spLocks noGrp="1"/>
          </p:cNvSpPr>
          <p:nvPr>
            <p:ph type="dt" idx="31"/>
          </p:nvPr>
        </p:nvSpPr>
        <p:spPr>
          <a:xfrm>
            <a:off x="7814520" y="38088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91" name="PlaceHolder 4"/>
          <p:cNvSpPr>
            <a:spLocks noGrp="1"/>
          </p:cNvSpPr>
          <p:nvPr>
            <p:ph type="ftr" idx="32"/>
          </p:nvPr>
        </p:nvSpPr>
        <p:spPr>
          <a:xfrm>
            <a:off x="685800" y="380880"/>
            <a:ext cx="6991200" cy="36360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92" name="PlaceHolder 5"/>
          <p:cNvSpPr>
            <a:spLocks noGrp="1"/>
          </p:cNvSpPr>
          <p:nvPr>
            <p:ph type="sldNum" idx="33"/>
          </p:nvPr>
        </p:nvSpPr>
        <p:spPr>
          <a:xfrm>
            <a:off x="10862280" y="380880"/>
            <a:ext cx="64332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24D1E8C2-3F3B-42FF-AC63-B363F045885C}"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93" name="Google Shape;6;p15" descr="C0-HD-TOP.png"/>
          <p:cNvPicPr/>
          <p:nvPr/>
        </p:nvPicPr>
        <p:blipFill>
          <a:blip r:embed="rId2"/>
          <a:stretch/>
        </p:blipFill>
        <p:spPr>
          <a:xfrm>
            <a:off x="0" y="0"/>
            <a:ext cx="12191760" cy="1441080"/>
          </a:xfrm>
          <a:prstGeom prst="rect">
            <a:avLst/>
          </a:prstGeom>
          <a:ln w="0">
            <a:noFill/>
          </a:ln>
        </p:spPr>
      </p:pic>
      <p:sp>
        <p:nvSpPr>
          <p:cNvPr id="94"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95" name="PlaceHolder 2"/>
          <p:cNvSpPr>
            <a:spLocks noGrp="1"/>
          </p:cNvSpPr>
          <p:nvPr>
            <p:ph type="body"/>
          </p:nvPr>
        </p:nvSpPr>
        <p:spPr>
          <a:xfrm>
            <a:off x="685800" y="2194560"/>
            <a:ext cx="5333760" cy="402372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96" name="PlaceHolder 3"/>
          <p:cNvSpPr>
            <a:spLocks noGrp="1"/>
          </p:cNvSpPr>
          <p:nvPr>
            <p:ph type="body"/>
          </p:nvPr>
        </p:nvSpPr>
        <p:spPr>
          <a:xfrm>
            <a:off x="6172200" y="2194560"/>
            <a:ext cx="5333760" cy="402372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97" name="PlaceHolder 4"/>
          <p:cNvSpPr>
            <a:spLocks noGrp="1"/>
          </p:cNvSpPr>
          <p:nvPr>
            <p:ph type="dt" idx="34"/>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98" name="PlaceHolder 5"/>
          <p:cNvSpPr>
            <a:spLocks noGrp="1"/>
          </p:cNvSpPr>
          <p:nvPr>
            <p:ph type="ftr" idx="35"/>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99" name="PlaceHolder 6"/>
          <p:cNvSpPr>
            <a:spLocks noGrp="1"/>
          </p:cNvSpPr>
          <p:nvPr>
            <p:ph type="sldNum" idx="36"/>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5B4D6822-E27C-4DD9-9137-9B8563F9B5D6}"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03" name="Google Shape;6;p15" descr="C0-HD-TOP.png"/>
          <p:cNvPicPr/>
          <p:nvPr/>
        </p:nvPicPr>
        <p:blipFill>
          <a:blip r:embed="rId2"/>
          <a:stretch/>
        </p:blipFill>
        <p:spPr>
          <a:xfrm>
            <a:off x="0" y="0"/>
            <a:ext cx="12191760" cy="1441080"/>
          </a:xfrm>
          <a:prstGeom prst="rect">
            <a:avLst/>
          </a:prstGeom>
          <a:ln w="0">
            <a:noFill/>
          </a:ln>
        </p:spPr>
      </p:pic>
      <p:sp>
        <p:nvSpPr>
          <p:cNvPr id="104" name="PlaceHolder 1"/>
          <p:cNvSpPr>
            <a:spLocks noGrp="1"/>
          </p:cNvSpPr>
          <p:nvPr>
            <p:ph type="title"/>
          </p:nvPr>
        </p:nvSpPr>
        <p:spPr>
          <a:xfrm>
            <a:off x="2895480" y="762120"/>
            <a:ext cx="8610120" cy="129492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105" name="PlaceHolder 2"/>
          <p:cNvSpPr>
            <a:spLocks noGrp="1"/>
          </p:cNvSpPr>
          <p:nvPr>
            <p:ph type="body"/>
          </p:nvPr>
        </p:nvSpPr>
        <p:spPr>
          <a:xfrm>
            <a:off x="914400" y="2183760"/>
            <a:ext cx="5079600" cy="823680"/>
          </a:xfrm>
          <a:prstGeom prst="rect">
            <a:avLst/>
          </a:prstGeom>
          <a:noFill/>
          <a:ln w="0">
            <a:noFill/>
          </a:ln>
        </p:spPr>
        <p:txBody>
          <a:bodyPr lIns="91440" rIns="91440" tIns="45720" bIns="45720" anchor="b">
            <a:normAutofit fontScale="12497" lnSpcReduction="10000"/>
          </a:bodyPr>
          <a:p>
            <a:pPr marL="432000" indent="-324000">
              <a:spcBef>
                <a:spcPts val="1417"/>
              </a:spcBef>
              <a:buClr>
                <a:srgbClr val="ffffff"/>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06" name="PlaceHolder 3"/>
          <p:cNvSpPr>
            <a:spLocks noGrp="1"/>
          </p:cNvSpPr>
          <p:nvPr>
            <p:ph type="body"/>
          </p:nvPr>
        </p:nvSpPr>
        <p:spPr>
          <a:xfrm>
            <a:off x="685800" y="3132720"/>
            <a:ext cx="5311440" cy="3085560"/>
          </a:xfrm>
          <a:prstGeom prst="rect">
            <a:avLst/>
          </a:prstGeom>
          <a:noFill/>
          <a:ln w="0">
            <a:noFill/>
          </a:ln>
        </p:spPr>
        <p:txBody>
          <a:bodyPr lIns="91440" rIns="91440" tIns="45720" bIns="45720" anchor="t">
            <a:normAutofit fontScale="93195"/>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107" name="PlaceHolder 4"/>
          <p:cNvSpPr>
            <a:spLocks noGrp="1"/>
          </p:cNvSpPr>
          <p:nvPr>
            <p:ph type="body"/>
          </p:nvPr>
        </p:nvSpPr>
        <p:spPr>
          <a:xfrm>
            <a:off x="6400800" y="2183760"/>
            <a:ext cx="5105160" cy="823680"/>
          </a:xfrm>
          <a:prstGeom prst="rect">
            <a:avLst/>
          </a:prstGeom>
          <a:noFill/>
          <a:ln w="0">
            <a:noFill/>
          </a:ln>
        </p:spPr>
        <p:txBody>
          <a:bodyPr lIns="91440" rIns="91440" tIns="45720" bIns="45720" anchor="b">
            <a:normAutofit fontScale="12497" lnSpcReduction="10000"/>
          </a:bodyPr>
          <a:p>
            <a:pPr marL="432000" indent="-324000">
              <a:spcBef>
                <a:spcPts val="1417"/>
              </a:spcBef>
              <a:buClr>
                <a:srgbClr val="ffffff"/>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08" name="PlaceHolder 5"/>
          <p:cNvSpPr>
            <a:spLocks noGrp="1"/>
          </p:cNvSpPr>
          <p:nvPr>
            <p:ph type="body"/>
          </p:nvPr>
        </p:nvSpPr>
        <p:spPr>
          <a:xfrm>
            <a:off x="6172200" y="3132720"/>
            <a:ext cx="5333760" cy="3085560"/>
          </a:xfrm>
          <a:prstGeom prst="rect">
            <a:avLst/>
          </a:prstGeom>
          <a:noFill/>
          <a:ln w="0">
            <a:noFill/>
          </a:ln>
        </p:spPr>
        <p:txBody>
          <a:bodyPr lIns="91440" rIns="91440" tIns="45720" bIns="45720" anchor="t">
            <a:normAutofit fontScale="93195"/>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Outline 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Seventh Outline Level</a:t>
            </a:r>
            <a:endParaRPr b="0" lang="en-US" sz="2200" spc="-1" strike="noStrike">
              <a:solidFill>
                <a:srgbClr val="000000"/>
              </a:solidFill>
              <a:latin typeface="Arial"/>
            </a:endParaRPr>
          </a:p>
        </p:txBody>
      </p:sp>
      <p:sp>
        <p:nvSpPr>
          <p:cNvPr id="109" name="PlaceHolder 6"/>
          <p:cNvSpPr>
            <a:spLocks noGrp="1"/>
          </p:cNvSpPr>
          <p:nvPr>
            <p:ph type="dt" idx="37"/>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10" name="PlaceHolder 7"/>
          <p:cNvSpPr>
            <a:spLocks noGrp="1"/>
          </p:cNvSpPr>
          <p:nvPr>
            <p:ph type="ftr" idx="38"/>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11" name="PlaceHolder 8"/>
          <p:cNvSpPr>
            <a:spLocks noGrp="1"/>
          </p:cNvSpPr>
          <p:nvPr>
            <p:ph type="sldNum" idx="39"/>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C0143B01-5367-4C0A-8807-49CA3692ED84}"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12" name="Google Shape;6;p15" descr="C0-HD-TOP.png"/>
          <p:cNvPicPr/>
          <p:nvPr/>
        </p:nvPicPr>
        <p:blipFill>
          <a:blip r:embed="rId2"/>
          <a:stretch/>
        </p:blipFill>
        <p:spPr>
          <a:xfrm>
            <a:off x="0" y="0"/>
            <a:ext cx="12191760" cy="1441080"/>
          </a:xfrm>
          <a:prstGeom prst="rect">
            <a:avLst/>
          </a:prstGeom>
          <a:ln w="0">
            <a:noFill/>
          </a:ln>
        </p:spPr>
      </p:pic>
      <p:sp>
        <p:nvSpPr>
          <p:cNvPr id="113"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buNone/>
            </a:pPr>
            <a:r>
              <a:rPr b="0" lang="en-US" sz="4000" spc="-1" strike="noStrike">
                <a:solidFill>
                  <a:srgbClr val="000000"/>
                </a:solidFill>
                <a:latin typeface="Arial"/>
              </a:rPr>
              <a:t>Click to edit the title text format</a:t>
            </a:r>
            <a:endParaRPr b="0" lang="en-US" sz="4000" spc="-1" strike="noStrike">
              <a:solidFill>
                <a:srgbClr val="000000"/>
              </a:solidFill>
              <a:latin typeface="Arial"/>
            </a:endParaRPr>
          </a:p>
        </p:txBody>
      </p:sp>
      <p:sp>
        <p:nvSpPr>
          <p:cNvPr id="114" name="PlaceHolder 2"/>
          <p:cNvSpPr>
            <a:spLocks noGrp="1"/>
          </p:cNvSpPr>
          <p:nvPr>
            <p:ph type="dt" idx="40"/>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15" name="PlaceHolder 3"/>
          <p:cNvSpPr>
            <a:spLocks noGrp="1"/>
          </p:cNvSpPr>
          <p:nvPr>
            <p:ph type="ftr" idx="41"/>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16" name="PlaceHolder 4"/>
          <p:cNvSpPr>
            <a:spLocks noGrp="1"/>
          </p:cNvSpPr>
          <p:nvPr>
            <p:ph type="sldNum" idx="42"/>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0963A1DB-6687-4D53-9E2C-F79584C0219E}"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18" name="Google Shape;6;p15" descr="C0-HD-TOP.png"/>
          <p:cNvPicPr/>
          <p:nvPr/>
        </p:nvPicPr>
        <p:blipFill>
          <a:blip r:embed="rId2"/>
          <a:stretch/>
        </p:blipFill>
        <p:spPr>
          <a:xfrm>
            <a:off x="0" y="0"/>
            <a:ext cx="12191760" cy="1441080"/>
          </a:xfrm>
          <a:prstGeom prst="rect">
            <a:avLst/>
          </a:prstGeom>
          <a:ln w="0">
            <a:noFill/>
          </a:ln>
        </p:spPr>
      </p:pic>
      <p:sp>
        <p:nvSpPr>
          <p:cNvPr id="119" name="PlaceHolder 1"/>
          <p:cNvSpPr>
            <a:spLocks noGrp="1"/>
          </p:cNvSpPr>
          <p:nvPr>
            <p:ph type="dt" idx="43"/>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20" name="PlaceHolder 2"/>
          <p:cNvSpPr>
            <a:spLocks noGrp="1"/>
          </p:cNvSpPr>
          <p:nvPr>
            <p:ph type="ftr" idx="44"/>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21" name="PlaceHolder 3"/>
          <p:cNvSpPr>
            <a:spLocks noGrp="1"/>
          </p:cNvSpPr>
          <p:nvPr>
            <p:ph type="sldNum" idx="45"/>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55BB0163-57DD-40C0-BA0C-7509F78C9C77}"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22" name="Google Shape;6;p15" descr="C0-HD-TOP.png"/>
          <p:cNvPicPr/>
          <p:nvPr/>
        </p:nvPicPr>
        <p:blipFill>
          <a:blip r:embed="rId2"/>
          <a:stretch/>
        </p:blipFill>
        <p:spPr>
          <a:xfrm>
            <a:off x="0" y="0"/>
            <a:ext cx="12191760" cy="1441080"/>
          </a:xfrm>
          <a:prstGeom prst="rect">
            <a:avLst/>
          </a:prstGeom>
          <a:ln w="0">
            <a:noFill/>
          </a:ln>
        </p:spPr>
      </p:pic>
      <p:sp>
        <p:nvSpPr>
          <p:cNvPr id="123" name="PlaceHolder 1"/>
          <p:cNvSpPr>
            <a:spLocks noGrp="1"/>
          </p:cNvSpPr>
          <p:nvPr>
            <p:ph type="title"/>
          </p:nvPr>
        </p:nvSpPr>
        <p:spPr>
          <a:xfrm>
            <a:off x="685800" y="1523880"/>
            <a:ext cx="411444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24" name="PlaceHolder 2"/>
          <p:cNvSpPr>
            <a:spLocks noGrp="1"/>
          </p:cNvSpPr>
          <p:nvPr>
            <p:ph type="body"/>
          </p:nvPr>
        </p:nvSpPr>
        <p:spPr>
          <a:xfrm>
            <a:off x="4995720" y="746640"/>
            <a:ext cx="6510240" cy="5471640"/>
          </a:xfrm>
          <a:prstGeom prst="rect">
            <a:avLst/>
          </a:prstGeom>
          <a:noFill/>
          <a:ln w="0">
            <a:noFill/>
          </a:ln>
        </p:spPr>
        <p:txBody>
          <a:bodyPr lIns="91440" rIns="91440" tIns="45720" bIns="45720" anchor="ctr">
            <a:normAutofit/>
          </a:bodyPr>
          <a:p>
            <a:pPr marL="432000" indent="-324000">
              <a:spcBef>
                <a:spcPts val="1417"/>
              </a:spcBef>
              <a:buClr>
                <a:srgbClr val="ffffff"/>
              </a:buClr>
              <a:buSzPct val="45000"/>
              <a:buFont typeface="Wingdings" charset="2"/>
              <a:buChar char=""/>
            </a:pPr>
            <a:r>
              <a:rPr b="0" lang="en-US" sz="2200" spc="-1" strike="noStrike">
                <a:solidFill>
                  <a:srgbClr val="000000"/>
                </a:solidFill>
                <a:latin typeface="Arial"/>
              </a:rPr>
              <a:t>Click to edit the outline </a:t>
            </a:r>
            <a:r>
              <a:rPr b="0" lang="en-US" sz="2200" spc="-1" strike="noStrike">
                <a:solidFill>
                  <a:srgbClr val="000000"/>
                </a:solidFill>
                <a:latin typeface="Arial"/>
              </a:rPr>
              <a:t>text format</a:t>
            </a:r>
            <a:endParaRPr b="0" lang="en-US" sz="2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2200" spc="-1" strike="noStrike">
                <a:solidFill>
                  <a:srgbClr val="000000"/>
                </a:solidFill>
                <a:latin typeface="Arial"/>
              </a:rPr>
              <a:t>Second Outline Level</a:t>
            </a:r>
            <a:endParaRPr b="0" lang="en-US" sz="2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2200" spc="-1" strike="noStrike">
                <a:solidFill>
                  <a:srgbClr val="000000"/>
                </a:solidFill>
                <a:latin typeface="Arial"/>
              </a:rPr>
              <a:t>Third Outline Level</a:t>
            </a:r>
            <a:endParaRPr b="0" lang="en-US" sz="2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2200" spc="-1" strike="noStrike">
                <a:solidFill>
                  <a:srgbClr val="000000"/>
                </a:solidFill>
                <a:latin typeface="Arial"/>
              </a:rPr>
              <a:t>Fourth Outline </a:t>
            </a:r>
            <a:r>
              <a:rPr b="0" lang="en-US" sz="2200" spc="-1" strike="noStrike">
                <a:solidFill>
                  <a:srgbClr val="000000"/>
                </a:solidFill>
                <a:latin typeface="Arial"/>
              </a:rPr>
              <a:t>Level</a:t>
            </a:r>
            <a:endParaRPr b="0" lang="en-US" sz="2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200" spc="-1" strike="noStrike">
                <a:solidFill>
                  <a:srgbClr val="000000"/>
                </a:solidFill>
                <a:latin typeface="Arial"/>
              </a:rPr>
              <a:t>Fifth Outline </a:t>
            </a:r>
            <a:r>
              <a:rPr b="0" lang="en-US" sz="2200" spc="-1" strike="noStrike">
                <a:solidFill>
                  <a:srgbClr val="000000"/>
                </a:solidFill>
                <a:latin typeface="Arial"/>
              </a:rPr>
              <a:t>Level</a:t>
            </a:r>
            <a:endParaRPr b="0" lang="en-US" sz="2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200" spc="-1" strike="noStrike">
                <a:solidFill>
                  <a:srgbClr val="000000"/>
                </a:solidFill>
                <a:latin typeface="Arial"/>
              </a:rPr>
              <a:t>Sixth </a:t>
            </a:r>
            <a:r>
              <a:rPr b="0" lang="en-US" sz="2200" spc="-1" strike="noStrike">
                <a:solidFill>
                  <a:srgbClr val="000000"/>
                </a:solidFill>
                <a:latin typeface="Arial"/>
              </a:rPr>
              <a:t>Outline </a:t>
            </a:r>
            <a:r>
              <a:rPr b="0" lang="en-US" sz="2200" spc="-1" strike="noStrike">
                <a:solidFill>
                  <a:srgbClr val="000000"/>
                </a:solidFill>
                <a:latin typeface="Arial"/>
              </a:rPr>
              <a:t>Level</a:t>
            </a:r>
            <a:endParaRPr b="0" lang="en-US" sz="2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200" spc="-1" strike="noStrike">
                <a:solidFill>
                  <a:srgbClr val="000000"/>
                </a:solidFill>
                <a:latin typeface="Arial"/>
              </a:rPr>
              <a:t>Seve</a:t>
            </a:r>
            <a:r>
              <a:rPr b="0" lang="en-US" sz="2200" spc="-1" strike="noStrike">
                <a:solidFill>
                  <a:srgbClr val="000000"/>
                </a:solidFill>
                <a:latin typeface="Arial"/>
              </a:rPr>
              <a:t>nth </a:t>
            </a:r>
            <a:r>
              <a:rPr b="0" lang="en-US" sz="2200" spc="-1" strike="noStrike">
                <a:solidFill>
                  <a:srgbClr val="000000"/>
                </a:solidFill>
                <a:latin typeface="Arial"/>
              </a:rPr>
              <a:t>Outli</a:t>
            </a:r>
            <a:r>
              <a:rPr b="0" lang="en-US" sz="2200" spc="-1" strike="noStrike">
                <a:solidFill>
                  <a:srgbClr val="000000"/>
                </a:solidFill>
                <a:latin typeface="Arial"/>
              </a:rPr>
              <a:t>ne </a:t>
            </a:r>
            <a:r>
              <a:rPr b="0" lang="en-US" sz="2200" spc="-1" strike="noStrike">
                <a:solidFill>
                  <a:srgbClr val="000000"/>
                </a:solidFill>
                <a:latin typeface="Arial"/>
              </a:rPr>
              <a:t>Level</a:t>
            </a:r>
            <a:endParaRPr b="0" lang="en-US" sz="2200" spc="-1" strike="noStrike">
              <a:solidFill>
                <a:srgbClr val="000000"/>
              </a:solidFill>
              <a:latin typeface="Arial"/>
            </a:endParaRPr>
          </a:p>
        </p:txBody>
      </p:sp>
      <p:sp>
        <p:nvSpPr>
          <p:cNvPr id="125" name="PlaceHolder 3"/>
          <p:cNvSpPr>
            <a:spLocks noGrp="1"/>
          </p:cNvSpPr>
          <p:nvPr>
            <p:ph type="body"/>
          </p:nvPr>
        </p:nvSpPr>
        <p:spPr>
          <a:xfrm>
            <a:off x="685800" y="3124080"/>
            <a:ext cx="4114440" cy="309420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26" name="PlaceHolder 4"/>
          <p:cNvSpPr>
            <a:spLocks noGrp="1"/>
          </p:cNvSpPr>
          <p:nvPr>
            <p:ph type="dt" idx="46"/>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27" name="PlaceHolder 5"/>
          <p:cNvSpPr>
            <a:spLocks noGrp="1"/>
          </p:cNvSpPr>
          <p:nvPr>
            <p:ph type="ftr" idx="47"/>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28" name="PlaceHolder 6"/>
          <p:cNvSpPr>
            <a:spLocks noGrp="1"/>
          </p:cNvSpPr>
          <p:nvPr>
            <p:ph type="sldNum" idx="48"/>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65C9C081-F61B-4635-83FF-C2551B141D21}"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29" name="Google Shape;6;p15" descr="C0-HD-TOP.png"/>
          <p:cNvPicPr/>
          <p:nvPr/>
        </p:nvPicPr>
        <p:blipFill>
          <a:blip r:embed="rId2"/>
          <a:stretch/>
        </p:blipFill>
        <p:spPr>
          <a:xfrm>
            <a:off x="0" y="0"/>
            <a:ext cx="12191760" cy="1441080"/>
          </a:xfrm>
          <a:prstGeom prst="rect">
            <a:avLst/>
          </a:prstGeom>
          <a:ln w="0">
            <a:noFill/>
          </a:ln>
        </p:spPr>
      </p:pic>
      <p:sp>
        <p:nvSpPr>
          <p:cNvPr id="130" name="PlaceHolder 1"/>
          <p:cNvSpPr>
            <a:spLocks noGrp="1"/>
          </p:cNvSpPr>
          <p:nvPr>
            <p:ph type="title"/>
          </p:nvPr>
        </p:nvSpPr>
        <p:spPr>
          <a:xfrm>
            <a:off x="685800" y="1523880"/>
            <a:ext cx="687276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131" name="PlaceHolder 2"/>
          <p:cNvSpPr>
            <a:spLocks noGrp="1"/>
          </p:cNvSpPr>
          <p:nvPr>
            <p:ph type="body"/>
          </p:nvPr>
        </p:nvSpPr>
        <p:spPr>
          <a:xfrm>
            <a:off x="7861320" y="751320"/>
            <a:ext cx="3644640" cy="5466960"/>
          </a:xfrm>
          <a:prstGeom prst="rect">
            <a:avLst/>
          </a:prstGeom>
          <a:noFill/>
          <a:ln w="0">
            <a:noFill/>
          </a:ln>
        </p:spPr>
        <p:txBody>
          <a:bodyPr lIns="91440" rIns="91440" tIns="45720" bIns="45720" anchor="t">
            <a:normAutofit fontScale="56244"/>
          </a:bodyPr>
          <a:p>
            <a:pPr marL="432000" indent="-324000">
              <a:spcBef>
                <a:spcPts val="1417"/>
              </a:spcBef>
              <a:buClr>
                <a:srgbClr val="ffffff"/>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132" name="PlaceHolder 3"/>
          <p:cNvSpPr>
            <a:spLocks noGrp="1"/>
          </p:cNvSpPr>
          <p:nvPr>
            <p:ph type="body"/>
          </p:nvPr>
        </p:nvSpPr>
        <p:spPr>
          <a:xfrm>
            <a:off x="685800" y="3124080"/>
            <a:ext cx="6872760" cy="3094200"/>
          </a:xfrm>
          <a:prstGeom prst="rect">
            <a:avLst/>
          </a:prstGeom>
          <a:noFill/>
          <a:ln w="0">
            <a:noFill/>
          </a:ln>
        </p:spPr>
        <p:txBody>
          <a:bodyPr lIns="91440" rIns="91440" tIns="45720" bIns="45720" anchor="t">
            <a:normAutofit/>
          </a:bodyPr>
          <a:p>
            <a:pPr marL="432000" indent="-324000">
              <a:spcBef>
                <a:spcPts val="1417"/>
              </a:spcBef>
              <a:buClr>
                <a:srgbClr val="ffffff"/>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33" name="PlaceHolder 4"/>
          <p:cNvSpPr>
            <a:spLocks noGrp="1"/>
          </p:cNvSpPr>
          <p:nvPr>
            <p:ph type="dt" idx="49"/>
          </p:nvPr>
        </p:nvSpPr>
        <p:spPr>
          <a:xfrm>
            <a:off x="8595360" y="6356520"/>
            <a:ext cx="2910600" cy="364680"/>
          </a:xfrm>
          <a:prstGeom prst="rect">
            <a:avLst/>
          </a:prstGeom>
          <a:noFill/>
          <a:ln w="0">
            <a:noFill/>
          </a:ln>
        </p:spPr>
        <p:txBody>
          <a:bodyPr lIns="91440" rIns="91440" tIns="45720" bIns="45720" anchor="ctr">
            <a:noAutofit/>
          </a:bodyPr>
          <a:lstStyle>
            <a:lvl1pPr indent="0">
              <a:buNone/>
              <a:defRPr b="0" lang="en-US" sz="1400" spc="-1" strike="noStrike">
                <a:solidFill>
                  <a:srgbClr val="ffffff"/>
                </a:solidFill>
                <a:latin typeface="Times New Roman"/>
              </a:defRPr>
            </a:lvl1pPr>
          </a:lstStyle>
          <a:p>
            <a:pPr indent="0">
              <a:buNone/>
            </a:pPr>
            <a:r>
              <a:rPr b="0" lang="en-US" sz="1400" spc="-1" strike="noStrike">
                <a:solidFill>
                  <a:srgbClr val="ffffff"/>
                </a:solidFill>
                <a:latin typeface="Times New Roman"/>
              </a:rPr>
              <a:t>&lt;date/time&gt;</a:t>
            </a:r>
            <a:endParaRPr b="0" lang="en-US" sz="1400" spc="-1" strike="noStrike">
              <a:solidFill>
                <a:srgbClr val="ffffff"/>
              </a:solidFill>
              <a:latin typeface="Times New Roman"/>
            </a:endParaRPr>
          </a:p>
        </p:txBody>
      </p:sp>
      <p:sp>
        <p:nvSpPr>
          <p:cNvPr id="134" name="PlaceHolder 5"/>
          <p:cNvSpPr>
            <a:spLocks noGrp="1"/>
          </p:cNvSpPr>
          <p:nvPr>
            <p:ph type="ftr" idx="50"/>
          </p:nvPr>
        </p:nvSpPr>
        <p:spPr>
          <a:xfrm>
            <a:off x="685800" y="6355800"/>
            <a:ext cx="77720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ffffff"/>
                </a:solidFill>
                <a:latin typeface="Times New Roman"/>
              </a:defRPr>
            </a:lvl1pPr>
          </a:lstStyle>
          <a:p>
            <a:pPr indent="0" algn="ctr">
              <a:buNone/>
            </a:pPr>
            <a:r>
              <a:rPr b="0" lang="en-US" sz="1400" spc="-1" strike="noStrike">
                <a:solidFill>
                  <a:srgbClr val="ffffff"/>
                </a:solidFill>
                <a:latin typeface="Times New Roman"/>
              </a:rPr>
              <a:t>&lt;footer&gt;</a:t>
            </a:r>
            <a:endParaRPr b="0" lang="en-US" sz="1400" spc="-1" strike="noStrike">
              <a:solidFill>
                <a:srgbClr val="ffffff"/>
              </a:solidFill>
              <a:latin typeface="Times New Roman"/>
            </a:endParaRPr>
          </a:p>
        </p:txBody>
      </p:sp>
      <p:sp>
        <p:nvSpPr>
          <p:cNvPr id="135" name="PlaceHolder 6"/>
          <p:cNvSpPr>
            <a:spLocks noGrp="1"/>
          </p:cNvSpPr>
          <p:nvPr>
            <p:ph type="sldNum" idx="51"/>
          </p:nvPr>
        </p:nvSpPr>
        <p:spPr>
          <a:xfrm>
            <a:off x="8763120" y="38088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050" spc="-1" strike="noStrike">
                <a:solidFill>
                  <a:schemeClr val="lt1"/>
                </a:solidFill>
                <a:latin typeface="Century Gothic"/>
                <a:ea typeface="Century Gothic"/>
              </a:defRPr>
            </a:lvl1pPr>
          </a:lstStyle>
          <a:p>
            <a:pPr indent="0" algn="r">
              <a:lnSpc>
                <a:spcPct val="100000"/>
              </a:lnSpc>
              <a:buNone/>
              <a:tabLst>
                <a:tab algn="l" pos="0"/>
              </a:tabLst>
            </a:pPr>
            <a:fld id="{7D023B78-56BB-495D-BED0-C1ED5F14AC50}" type="slidenum">
              <a:rPr b="0" lang="en-US" sz="1050" spc="-1" strike="noStrike">
                <a:solidFill>
                  <a:schemeClr val="lt1"/>
                </a:solidFill>
                <a:latin typeface="Century Gothic"/>
                <a:ea typeface="Century Gothic"/>
              </a:rPr>
              <a:t>&lt;number&gt;</a:t>
            </a:fld>
            <a:endParaRPr b="0" lang="en-US" sz="105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1371600" y="1790280"/>
            <a:ext cx="9448560" cy="1824840"/>
          </a:xfrm>
          <a:prstGeom prst="rect">
            <a:avLst/>
          </a:prstGeom>
          <a:noFill/>
          <a:ln w="0">
            <a:noFill/>
          </a:ln>
        </p:spPr>
        <p:txBody>
          <a:bodyPr lIns="91440" rIns="91440" tIns="45720" bIns="45720" anchor="b">
            <a:normAutofit/>
          </a:bodyPr>
          <a:p>
            <a:pPr indent="0">
              <a:lnSpc>
                <a:spcPct val="90000"/>
              </a:lnSpc>
              <a:buNone/>
              <a:tabLst>
                <a:tab algn="l" pos="0"/>
              </a:tabLst>
            </a:pPr>
            <a:r>
              <a:rPr b="0" lang="en-US" sz="6000" spc="-1" strike="noStrike">
                <a:solidFill>
                  <a:schemeClr val="lt1"/>
                </a:solidFill>
                <a:latin typeface="Century Gothic"/>
                <a:ea typeface="Century Gothic"/>
              </a:rPr>
              <a:t>Green Pace</a:t>
            </a:r>
            <a:endParaRPr b="0" lang="en-US" sz="6000" spc="-1" strike="noStrike">
              <a:solidFill>
                <a:srgbClr val="000000"/>
              </a:solidFill>
              <a:latin typeface="Arial"/>
            </a:endParaRPr>
          </a:p>
        </p:txBody>
      </p:sp>
      <p:sp>
        <p:nvSpPr>
          <p:cNvPr id="137" name="PlaceHolder 2"/>
          <p:cNvSpPr>
            <a:spLocks noGrp="1"/>
          </p:cNvSpPr>
          <p:nvPr>
            <p:ph type="subTitle"/>
          </p:nvPr>
        </p:nvSpPr>
        <p:spPr>
          <a:xfrm>
            <a:off x="1371600" y="3632040"/>
            <a:ext cx="9448560" cy="1561320"/>
          </a:xfrm>
          <a:prstGeom prst="rect">
            <a:avLst/>
          </a:prstGeom>
          <a:noFill/>
          <a:ln w="0">
            <a:noFill/>
          </a:ln>
        </p:spPr>
        <p:txBody>
          <a:bodyPr lIns="91440" rIns="91440" tIns="45720" bIns="45720" anchor="t">
            <a:normAutofit/>
          </a:bodyPr>
          <a:p>
            <a:pPr indent="0">
              <a:lnSpc>
                <a:spcPct val="70000"/>
              </a:lnSpc>
              <a:buNone/>
              <a:tabLst>
                <a:tab algn="l" pos="0"/>
              </a:tabLst>
            </a:pPr>
            <a:r>
              <a:rPr b="0" lang="en-US" sz="1850" spc="-1" strike="noStrike">
                <a:solidFill>
                  <a:schemeClr val="lt1"/>
                </a:solidFill>
                <a:latin typeface="Century Gothic"/>
                <a:ea typeface="Century Gothic"/>
              </a:rPr>
              <a:t>Security Policy Presentation</a:t>
            </a:r>
            <a:endParaRPr b="0" lang="en-US" sz="1850" spc="-1" strike="noStrike">
              <a:solidFill>
                <a:srgbClr val="ffffff"/>
              </a:solidFill>
              <a:latin typeface="Arial"/>
            </a:endParaRPr>
          </a:p>
          <a:p>
            <a:pPr indent="0">
              <a:lnSpc>
                <a:spcPct val="70000"/>
              </a:lnSpc>
              <a:spcBef>
                <a:spcPts val="1001"/>
              </a:spcBef>
              <a:buNone/>
              <a:tabLst>
                <a:tab algn="l" pos="0"/>
              </a:tabLst>
            </a:pPr>
            <a:r>
              <a:rPr b="0" lang="en-US" sz="1850" spc="-1" strike="noStrike">
                <a:solidFill>
                  <a:schemeClr val="lt1"/>
                </a:solidFill>
                <a:latin typeface="Century Gothic"/>
                <a:ea typeface="Century Gothic"/>
              </a:rPr>
              <a:t>Developer: </a:t>
            </a:r>
            <a:r>
              <a:rPr b="0" i="1" lang="en-US" sz="1850" spc="-1" strike="noStrike">
                <a:solidFill>
                  <a:schemeClr val="lt1"/>
                </a:solidFill>
                <a:latin typeface="Century Gothic"/>
                <a:ea typeface="Century Gothic"/>
              </a:rPr>
              <a:t>Brian Har</a:t>
            </a:r>
            <a:endParaRPr b="0" lang="en-US" sz="1850" spc="-1" strike="noStrike">
              <a:solidFill>
                <a:srgbClr val="ffffff"/>
              </a:solidFill>
              <a:latin typeface="Arial"/>
            </a:endParaRPr>
          </a:p>
          <a:p>
            <a:pPr indent="0">
              <a:lnSpc>
                <a:spcPct val="70000"/>
              </a:lnSpc>
              <a:spcBef>
                <a:spcPts val="1001"/>
              </a:spcBef>
              <a:buNone/>
              <a:tabLst>
                <a:tab algn="l" pos="0"/>
              </a:tabLst>
            </a:pPr>
            <a:endParaRPr b="0" lang="en-US" sz="1850" spc="-1" strike="noStrike">
              <a:solidFill>
                <a:srgbClr val="ffffff"/>
              </a:solidFill>
              <a:latin typeface="Arial"/>
            </a:endParaRPr>
          </a:p>
        </p:txBody>
      </p:sp>
      <p:pic>
        <p:nvPicPr>
          <p:cNvPr id="138" name="Google Shape;146;p1" descr="Green Pace logo"/>
          <p:cNvPicPr/>
          <p:nvPr/>
        </p:nvPicPr>
        <p:blipFill>
          <a:blip r:embed="rId1"/>
          <a:stretch/>
        </p:blipFill>
        <p:spPr>
          <a:xfrm>
            <a:off x="7440840" y="659880"/>
            <a:ext cx="2921040" cy="37864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OVERVIEW: DEFENSE IN DEPTH</a:t>
            </a:r>
            <a:endParaRPr b="0" lang="en-US" sz="4000" spc="-1" strike="noStrike">
              <a:solidFill>
                <a:srgbClr val="000000"/>
              </a:solidFill>
              <a:latin typeface="Arial"/>
            </a:endParaRPr>
          </a:p>
        </p:txBody>
      </p:sp>
      <p:sp>
        <p:nvSpPr>
          <p:cNvPr id="140" name="PlaceHolder 2"/>
          <p:cNvSpPr>
            <a:spLocks noGrp="1"/>
          </p:cNvSpPr>
          <p:nvPr>
            <p:ph/>
          </p:nvPr>
        </p:nvSpPr>
        <p:spPr>
          <a:xfrm>
            <a:off x="7315200" y="2057040"/>
            <a:ext cx="3886200" cy="4343760"/>
          </a:xfrm>
          <a:prstGeom prst="rect">
            <a:avLst/>
          </a:prstGeom>
          <a:noFill/>
          <a:ln w="0">
            <a:noFill/>
          </a:ln>
        </p:spPr>
        <p:txBody>
          <a:bodyPr lIns="91440" rIns="91440" tIns="45720" bIns="45720" anchor="ctr">
            <a:normAutofit/>
          </a:bodyPr>
          <a:p>
            <a:pPr marL="173880" indent="0">
              <a:lnSpc>
                <a:spcPct val="115000"/>
              </a:lnSpc>
              <a:spcBef>
                <a:spcPts val="2305"/>
              </a:spcBef>
              <a:spcAft>
                <a:spcPts val="1009"/>
              </a:spcAft>
              <a:buNone/>
              <a:tabLst>
                <a:tab algn="l" pos="0"/>
              </a:tabLst>
            </a:pPr>
            <a:r>
              <a:rPr b="0" lang="en-US" sz="1500" spc="-1" strike="noStrike">
                <a:solidFill>
                  <a:schemeClr val="lt1"/>
                </a:solidFill>
                <a:latin typeface="Century Gothic"/>
                <a:ea typeface="Century Gothic"/>
              </a:rPr>
              <a:t>This security policy establishes consistent secure software development practices, governance, and technical standards across Green Pace. It was needed to ensure uniform security controls are applied to all custom software. It supports the defense-in-depth best practice by implementing multiple redundant layers of security so that if one security layer fails, others prevent full exploitation.</a:t>
            </a:r>
            <a:endParaRPr b="0" lang="en-US" sz="1500" spc="-1" strike="noStrike">
              <a:solidFill>
                <a:srgbClr val="000000"/>
              </a:solidFill>
              <a:latin typeface="Arial"/>
            </a:endParaRPr>
          </a:p>
          <a:p>
            <a:pPr marL="173880" indent="0">
              <a:lnSpc>
                <a:spcPct val="115000"/>
              </a:lnSpc>
              <a:spcBef>
                <a:spcPts val="2305"/>
              </a:spcBef>
              <a:spcAft>
                <a:spcPts val="1009"/>
              </a:spcAft>
              <a:buNone/>
              <a:tabLst>
                <a:tab algn="l" pos="0"/>
              </a:tabLst>
            </a:pPr>
            <a:endParaRPr b="0" lang="en-US" sz="1500" spc="-1" strike="noStrike">
              <a:solidFill>
                <a:srgbClr val="000000"/>
              </a:solidFill>
              <a:latin typeface="Arial"/>
            </a:endParaRPr>
          </a:p>
        </p:txBody>
      </p:sp>
      <p:pic>
        <p:nvPicPr>
          <p:cNvPr id="141"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nvPr/>
        </p:nvPicPr>
        <p:blipFill>
          <a:blip r:embed="rId1"/>
          <a:stretch/>
        </p:blipFill>
        <p:spPr>
          <a:xfrm>
            <a:off x="862200" y="2146680"/>
            <a:ext cx="6453000" cy="3796920"/>
          </a:xfrm>
          <a:prstGeom prst="rect">
            <a:avLst/>
          </a:prstGeom>
          <a:ln w="0">
            <a:noFill/>
          </a:ln>
        </p:spPr>
      </p:pic>
      <p:pic>
        <p:nvPicPr>
          <p:cNvPr id="142" name="Google Shape;154;p3" descr="Green Pace logo"/>
          <p:cNvPicPr/>
          <p:nvPr/>
        </p:nvPicPr>
        <p:blipFill>
          <a:blip r:embed="rId2"/>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THREATS MATRIX</a:t>
            </a:r>
            <a:endParaRPr b="0" lang="en-US" sz="4000" spc="-1" strike="noStrike">
              <a:solidFill>
                <a:srgbClr val="000000"/>
              </a:solidFill>
              <a:latin typeface="Arial"/>
            </a:endParaRPr>
          </a:p>
        </p:txBody>
      </p:sp>
      <p:sp>
        <p:nvSpPr>
          <p:cNvPr id="144" name="PlaceHolder 2"/>
          <p:cNvSpPr>
            <a:spLocks noGrp="1"/>
          </p:cNvSpPr>
          <p:nvPr>
            <p:ph/>
          </p:nvPr>
        </p:nvSpPr>
        <p:spPr>
          <a:xfrm>
            <a:off x="685800" y="2194560"/>
            <a:ext cx="2485800" cy="4023720"/>
          </a:xfrm>
          <a:prstGeom prst="rect">
            <a:avLst/>
          </a:prstGeom>
          <a:noFill/>
          <a:ln w="0">
            <a:noFill/>
          </a:ln>
        </p:spPr>
        <p:txBody>
          <a:bodyPr lIns="91440" rIns="91440" tIns="45720" bIns="45720" anchor="t">
            <a:normAutofit/>
          </a:bodyPr>
          <a:p>
            <a:pPr marL="228600" indent="0">
              <a:lnSpc>
                <a:spcPct val="107000"/>
              </a:lnSpc>
              <a:buNone/>
              <a:tabLst>
                <a:tab algn="l" pos="0"/>
              </a:tabLst>
            </a:pPr>
            <a:endParaRPr b="0" lang="en-US" sz="2000" spc="-1" strike="noStrike">
              <a:solidFill>
                <a:srgbClr val="000000"/>
              </a:solidFill>
              <a:latin typeface="Arial"/>
            </a:endParaRPr>
          </a:p>
          <a:p>
            <a:pPr marL="228600" indent="-88920">
              <a:lnSpc>
                <a:spcPct val="90000"/>
              </a:lnSpc>
              <a:spcBef>
                <a:spcPts val="1001"/>
              </a:spcBef>
              <a:buNone/>
              <a:tabLst>
                <a:tab algn="l" pos="0"/>
              </a:tabLst>
            </a:pPr>
            <a:endParaRPr b="0" lang="en-US" sz="2200" spc="-1" strike="noStrike">
              <a:solidFill>
                <a:srgbClr val="000000"/>
              </a:solidFill>
              <a:latin typeface="Arial"/>
            </a:endParaRPr>
          </a:p>
        </p:txBody>
      </p:sp>
      <p:graphicFrame>
        <p:nvGraphicFramePr>
          <p:cNvPr id="145" name="Google Shape;161;p4"/>
          <p:cNvGraphicFramePr/>
          <p:nvPr/>
        </p:nvGraphicFramePr>
        <p:xfrm>
          <a:off x="2206080" y="2157120"/>
          <a:ext cx="7835040" cy="3538440"/>
        </p:xfrm>
        <a:graphic>
          <a:graphicData uri="http://schemas.openxmlformats.org/drawingml/2006/table">
            <a:tbl>
              <a:tblPr/>
              <a:tblGrid>
                <a:gridCol w="4030200"/>
                <a:gridCol w="3804480"/>
              </a:tblGrid>
              <a:tr h="1769040">
                <a:tc>
                  <a:txBody>
                    <a:bodyPr lIns="91080" rIns="91080" tIns="91080" bIns="91080" anchor="t">
                      <a:noAutofit/>
                    </a:bodyPr>
                    <a:p>
                      <a:pPr algn="ctr">
                        <a:lnSpc>
                          <a:spcPct val="100000"/>
                        </a:lnSpc>
                        <a:tabLst>
                          <a:tab algn="l" pos="0"/>
                        </a:tabLst>
                      </a:pPr>
                      <a:r>
                        <a:rPr b="0" lang="en-US" sz="2800" spc="-1" strike="noStrike">
                          <a:solidFill>
                            <a:srgbClr val="000000"/>
                          </a:solidFill>
                          <a:latin typeface="Arial"/>
                          <a:ea typeface="Arial"/>
                        </a:rPr>
                        <a:t>Likely</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STD-002-CPP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STD-009-CPP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STD-010-CPP</a:t>
                      </a:r>
                      <a:endParaRPr b="0" lang="en-US" sz="2800" spc="-1" strike="noStrike">
                        <a:solidFill>
                          <a:srgbClr val="000000"/>
                        </a:solidFill>
                        <a:latin typeface="Arial"/>
                      </a:endParaRPr>
                    </a:p>
                  </a:txBody>
                  <a:tcPr anchor="t" marL="91080" marR="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rIns="91080" tIns="91080" bIns="91080" anchor="t">
                      <a:noAutofit/>
                    </a:bodyPr>
                    <a:p>
                      <a:pPr algn="ctr">
                        <a:lnSpc>
                          <a:spcPct val="100000"/>
                        </a:lnSpc>
                        <a:tabLst>
                          <a:tab algn="l" pos="0"/>
                        </a:tabLst>
                      </a:pPr>
                      <a:r>
                        <a:rPr b="0" lang="en-US" sz="2800" spc="-1" strike="noStrike">
                          <a:solidFill>
                            <a:srgbClr val="000000"/>
                          </a:solidFill>
                          <a:latin typeface="Arial"/>
                          <a:ea typeface="Arial"/>
                        </a:rPr>
                        <a:t>Priority</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STD-004-CPP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STD-005-CPP</a:t>
                      </a:r>
                      <a:endParaRPr b="0" lang="en-US" sz="2800" spc="-1" strike="noStrike">
                        <a:solidFill>
                          <a:srgbClr val="000000"/>
                        </a:solidFill>
                        <a:latin typeface="Arial"/>
                      </a:endParaRPr>
                    </a:p>
                  </a:txBody>
                  <a:tcPr anchor="t" marL="91080" marR="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r h="1769040">
                <a:tc>
                  <a:txBody>
                    <a:bodyPr lIns="91080" rIns="91080" tIns="91080" bIns="91080" anchor="t">
                      <a:noAutofit/>
                    </a:bodyPr>
                    <a:p>
                      <a:pPr algn="ctr">
                        <a:lnSpc>
                          <a:spcPct val="100000"/>
                        </a:lnSpc>
                        <a:tabLst>
                          <a:tab algn="l" pos="0"/>
                        </a:tabLst>
                      </a:pPr>
                      <a:r>
                        <a:rPr b="0" lang="en-US" sz="2800" spc="-1" strike="noStrike">
                          <a:solidFill>
                            <a:srgbClr val="000000"/>
                          </a:solidFill>
                          <a:latin typeface="Arial"/>
                          <a:ea typeface="Arial"/>
                        </a:rPr>
                        <a:t>Low priority</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STD-006-CPP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STD-007-CPP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STD-008-CPP</a:t>
                      </a:r>
                      <a:endParaRPr b="0" lang="en-US" sz="2800" spc="-1" strike="noStrike">
                        <a:solidFill>
                          <a:srgbClr val="000000"/>
                        </a:solidFill>
                        <a:latin typeface="Arial"/>
                      </a:endParaRPr>
                    </a:p>
                  </a:txBody>
                  <a:tcPr anchor="t" marL="91080" marR="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c>
                  <a:txBody>
                    <a:bodyPr lIns="91080" rIns="91080" tIns="91080" bIns="91080" anchor="t">
                      <a:noAutofit/>
                    </a:bodyPr>
                    <a:p>
                      <a:pPr algn="ctr">
                        <a:lnSpc>
                          <a:spcPct val="100000"/>
                        </a:lnSpc>
                        <a:tabLst>
                          <a:tab algn="l" pos="0"/>
                        </a:tabLst>
                      </a:pPr>
                      <a:r>
                        <a:rPr b="0" lang="en-US" sz="2800" spc="-1" strike="noStrike">
                          <a:solidFill>
                            <a:srgbClr val="000000"/>
                          </a:solidFill>
                          <a:latin typeface="Arial"/>
                          <a:ea typeface="Arial"/>
                        </a:rPr>
                        <a:t>Unlikely</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STD-001-CPP</a:t>
                      </a:r>
                      <a:endParaRPr b="0" lang="en-US" sz="2800" spc="-1" strike="noStrike">
                        <a:solidFill>
                          <a:srgbClr val="000000"/>
                        </a:solidFill>
                        <a:latin typeface="Arial"/>
                      </a:endParaRPr>
                    </a:p>
                    <a:p>
                      <a:pPr algn="ctr">
                        <a:lnSpc>
                          <a:spcPct val="100000"/>
                        </a:lnSpc>
                        <a:tabLst>
                          <a:tab algn="l" pos="0"/>
                        </a:tabLst>
                      </a:pPr>
                      <a:r>
                        <a:rPr b="0" lang="en-US" sz="2800" spc="-1" strike="noStrike">
                          <a:solidFill>
                            <a:srgbClr val="000000"/>
                          </a:solidFill>
                          <a:latin typeface="Arial"/>
                          <a:ea typeface="Arial"/>
                        </a:rPr>
                        <a:t>STD-003-CPP</a:t>
                      </a:r>
                      <a:endParaRPr b="0" lang="en-US" sz="2800" spc="-1" strike="noStrike">
                        <a:solidFill>
                          <a:srgbClr val="000000"/>
                        </a:solidFill>
                        <a:latin typeface="Arial"/>
                      </a:endParaRPr>
                    </a:p>
                  </a:txBody>
                  <a:tcPr anchor="t" marL="91080" marR="91080">
                    <a:lnL w="28080">
                      <a:solidFill>
                        <a:srgbClr val="9e9e9e"/>
                      </a:solidFill>
                      <a:prstDash val="solid"/>
                    </a:lnL>
                    <a:lnR w="28080">
                      <a:solidFill>
                        <a:srgbClr val="9e9e9e"/>
                      </a:solidFill>
                      <a:prstDash val="solid"/>
                    </a:lnR>
                    <a:lnT w="28080">
                      <a:solidFill>
                        <a:srgbClr val="9e9e9e"/>
                      </a:solidFill>
                      <a:prstDash val="solid"/>
                    </a:lnT>
                    <a:lnB w="28080">
                      <a:solidFill>
                        <a:srgbClr val="9e9e9e"/>
                      </a:solidFill>
                      <a:prstDash val="solid"/>
                    </a:lnB>
                    <a:solidFill>
                      <a:srgbClr val="fff2cc"/>
                    </a:solidFill>
                  </a:tcPr>
                </a:tc>
              </a:tr>
            </a:tbl>
          </a:graphicData>
        </a:graphic>
      </p:graphicFrame>
      <p:pic>
        <p:nvPicPr>
          <p:cNvPr id="146" name="Google Shape;162;p4"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10 PRINCIPLES</a:t>
            </a:r>
            <a:endParaRPr b="0" lang="en-US" sz="4000" spc="-1" strike="noStrike">
              <a:solidFill>
                <a:srgbClr val="000000"/>
              </a:solidFill>
              <a:latin typeface="Arial"/>
            </a:endParaRPr>
          </a:p>
        </p:txBody>
      </p:sp>
      <p:sp>
        <p:nvSpPr>
          <p:cNvPr id="148" name="PlaceHolder 2"/>
          <p:cNvSpPr>
            <a:spLocks noGrp="1"/>
          </p:cNvSpPr>
          <p:nvPr>
            <p:ph/>
          </p:nvPr>
        </p:nvSpPr>
        <p:spPr>
          <a:xfrm>
            <a:off x="685800" y="2194560"/>
            <a:ext cx="10820160" cy="4023720"/>
          </a:xfrm>
          <a:prstGeom prst="rect">
            <a:avLst/>
          </a:prstGeom>
          <a:noFill/>
          <a:ln w="0">
            <a:noFill/>
          </a:ln>
        </p:spPr>
        <p:txBody>
          <a:bodyPr numCol="2" spcCol="720000" lIns="91440" rIns="91440" tIns="45720" bIns="45720" anchor="t">
            <a:normAutofit fontScale="68333"/>
          </a:bodyPr>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Validate Input Data</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STD-003-CPP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Heed Compiler Warnings</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STD-002-CPP</a:t>
            </a:r>
            <a:endParaRPr b="0" lang="en-US" sz="1800" spc="-1" strike="noStrike">
              <a:solidFill>
                <a:srgbClr val="000000"/>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STD-005-CPP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Architect and Design for Security</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STD-007-CPP</a:t>
            </a:r>
            <a:endParaRPr b="0" lang="en-US" sz="1800" spc="-1" strike="noStrike">
              <a:solidFill>
                <a:srgbClr val="000000"/>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STD-010-CPP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Keep It Simple</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STD-001-CPP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Default Deny</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STD-008-CPP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Adhere to the Principle of Least Privilege</a:t>
            </a:r>
            <a:endParaRPr b="0" lang="en-US" sz="1800" spc="-1" strike="noStrike">
              <a:solidFill>
                <a:srgbClr val="ffffff"/>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Sanitize Data Sent to Other Systems</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STD-004-CPP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Practice Defense in Depth</a:t>
            </a:r>
            <a:endParaRPr b="0" lang="en-US" sz="1800" spc="-1" strike="noStrike">
              <a:solidFill>
                <a:srgbClr val="ffffff"/>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Use Effective Quality Assurance Techniques</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STD-006-CPP</a:t>
            </a:r>
            <a:endParaRPr b="0" lang="en-US" sz="1800" spc="-1" strike="noStrike">
              <a:solidFill>
                <a:srgbClr val="000000"/>
              </a:solidFill>
              <a:latin typeface="Arial"/>
            </a:endParaRPr>
          </a:p>
          <a:p>
            <a:pPr marL="432000" indent="-324000">
              <a:lnSpc>
                <a:spcPct val="100000"/>
              </a:lnSpc>
              <a:spcBef>
                <a:spcPts val="1191"/>
              </a:spcBef>
              <a:spcAft>
                <a:spcPts val="992"/>
              </a:spcAft>
              <a:buClr>
                <a:srgbClr val="ffffff"/>
              </a:buClr>
              <a:buFont typeface="OpenSymbol"/>
              <a:buAutoNum type="arabicParenR"/>
            </a:pPr>
            <a:r>
              <a:rPr b="0" lang="en-US" sz="1800" spc="-1" strike="noStrike">
                <a:solidFill>
                  <a:srgbClr val="ffffff"/>
                </a:solidFill>
                <a:latin typeface="Arial"/>
              </a:rPr>
              <a:t>Adopt a Secure Coding Standard</a:t>
            </a:r>
            <a:endParaRPr b="0" lang="en-US" sz="1800" spc="-1" strike="noStrike">
              <a:solidFill>
                <a:srgbClr val="ffffff"/>
              </a:solidFill>
              <a:latin typeface="Arial"/>
            </a:endParaRPr>
          </a:p>
          <a:p>
            <a:pPr lvl="1" marL="864000" indent="-324000">
              <a:spcBef>
                <a:spcPts val="1134"/>
              </a:spcBef>
              <a:buClr>
                <a:srgbClr val="ffffff"/>
              </a:buClr>
              <a:buFont typeface="OpenSymbol"/>
              <a:buAutoNum type="arabicParenR"/>
            </a:pPr>
            <a:r>
              <a:rPr b="0" lang="en-US" sz="1800" spc="-1" strike="noStrike">
                <a:solidFill>
                  <a:srgbClr val="ffffff"/>
                </a:solidFill>
                <a:latin typeface="Arial"/>
              </a:rPr>
              <a:t>STD-009-CPP</a:t>
            </a:r>
            <a:endParaRPr b="0" lang="en-US" sz="1800" spc="-1" strike="noStrike">
              <a:solidFill>
                <a:srgbClr val="000000"/>
              </a:solidFill>
              <a:latin typeface="Arial"/>
            </a:endParaRPr>
          </a:p>
        </p:txBody>
      </p:sp>
      <p:pic>
        <p:nvPicPr>
          <p:cNvPr id="149" name="Google Shape;169;p5"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CODING STANDARDS</a:t>
            </a:r>
            <a:endParaRPr b="0" lang="en-US" sz="4000" spc="-1" strike="noStrike">
              <a:solidFill>
                <a:srgbClr val="000000"/>
              </a:solidFill>
              <a:latin typeface="Arial"/>
            </a:endParaRPr>
          </a:p>
        </p:txBody>
      </p:sp>
      <p:sp>
        <p:nvSpPr>
          <p:cNvPr id="151" name="PlaceHolder 2"/>
          <p:cNvSpPr>
            <a:spLocks noGrp="1"/>
          </p:cNvSpPr>
          <p:nvPr>
            <p:ph/>
          </p:nvPr>
        </p:nvSpPr>
        <p:spPr>
          <a:xfrm>
            <a:off x="381240" y="2194560"/>
            <a:ext cx="10820160" cy="4023720"/>
          </a:xfrm>
          <a:prstGeom prst="rect">
            <a:avLst/>
          </a:prstGeom>
          <a:noFill/>
          <a:ln w="0">
            <a:noFill/>
          </a:ln>
        </p:spPr>
        <p:txBody>
          <a:bodyPr numCol="2" spcCol="360000" lIns="91440" rIns="91440" tIns="45720" bIns="45720" anchor="t">
            <a:normAutofit/>
          </a:bodyPr>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STD-001-CPP: Obey the one-definition rule</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STD-002-CPP: Do not access an object outside of its lifetime</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STD-003-CPP: Range check element access</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STD-004-CPP: Prevent SQL injection</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STD-005-CPP: Do not access freed memory</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STD-006-CPP: Incorporate diagnostic tests using assertions</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STD-007-CPP: Handle all exceptions</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STD-008-CPP: Reset strings on fgets() or fgetws() failure</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STD-009-CPP: Correct container iterator usage</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STD-010-CPP: Do not use pointer-to-member operators to access nonexistent members</a:t>
            </a:r>
            <a:endParaRPr b="0" lang="en-US" sz="2000" spc="-1" strike="noStrike">
              <a:solidFill>
                <a:srgbClr val="000000"/>
              </a:solidFill>
              <a:latin typeface="Arial"/>
            </a:endParaRPr>
          </a:p>
        </p:txBody>
      </p:sp>
      <p:pic>
        <p:nvPicPr>
          <p:cNvPr id="152" name="Google Shape;176;p6"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ENCRYPTION POLICIES</a:t>
            </a:r>
            <a:endParaRPr b="0" lang="en-US" sz="4000" spc="-1" strike="noStrike">
              <a:solidFill>
                <a:srgbClr val="000000"/>
              </a:solidFill>
              <a:latin typeface="Arial"/>
            </a:endParaRPr>
          </a:p>
        </p:txBody>
      </p:sp>
      <p:sp>
        <p:nvSpPr>
          <p:cNvPr id="154"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Encryption at Rest: </a:t>
            </a:r>
            <a:endParaRPr b="0" lang="en-US" sz="2000" spc="-1" strike="noStrike">
              <a:solidFill>
                <a:srgbClr val="000000"/>
              </a:solidFill>
              <a:latin typeface="Arial"/>
            </a:endParaRPr>
          </a:p>
          <a:p>
            <a:pPr marL="228600" indent="0">
              <a:lnSpc>
                <a:spcPct val="90000"/>
              </a:lnSpc>
              <a:spcBef>
                <a:spcPts val="1191"/>
              </a:spcBef>
              <a:spcAft>
                <a:spcPts val="992"/>
              </a:spcAft>
              <a:buNone/>
            </a:pPr>
            <a:r>
              <a:rPr b="0" lang="en-US" sz="2000" spc="-1" strike="noStrike">
                <a:solidFill>
                  <a:schemeClr val="lt1"/>
                </a:solidFill>
                <a:latin typeface="Century Gothic"/>
                <a:ea typeface="Century Gothic"/>
              </a:rPr>
              <a:t>Protect stored data using robust algorithms (e.g., AES-256) across databases and file systems to prevent unauthorized physical or logical extraction</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Encryption in Flight: </a:t>
            </a:r>
            <a:endParaRPr b="0" lang="en-US" sz="2000" spc="-1" strike="noStrike">
              <a:solidFill>
                <a:srgbClr val="000000"/>
              </a:solidFill>
              <a:latin typeface="Arial"/>
            </a:endParaRPr>
          </a:p>
          <a:p>
            <a:pPr marL="228600" indent="0">
              <a:lnSpc>
                <a:spcPct val="90000"/>
              </a:lnSpc>
              <a:spcBef>
                <a:spcPts val="1191"/>
              </a:spcBef>
              <a:spcAft>
                <a:spcPts val="992"/>
              </a:spcAft>
              <a:buNone/>
            </a:pPr>
            <a:r>
              <a:rPr b="0" lang="en-US" sz="2000" spc="-1" strike="noStrike">
                <a:solidFill>
                  <a:schemeClr val="lt1"/>
                </a:solidFill>
                <a:latin typeface="Century Gothic"/>
                <a:ea typeface="Century Gothic"/>
              </a:rPr>
              <a:t>Secures data moving across networks using protocols like TLS to intercept eavesdropping and man-in-the-middle attacks</a:t>
            </a:r>
            <a:endParaRPr b="0" lang="en-US" sz="20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Encryption in Use: </a:t>
            </a:r>
            <a:endParaRPr b="0" lang="en-US" sz="2000" spc="-1" strike="noStrike">
              <a:solidFill>
                <a:srgbClr val="000000"/>
              </a:solidFill>
              <a:latin typeface="Arial"/>
            </a:endParaRPr>
          </a:p>
          <a:p>
            <a:pPr marL="228600" indent="0">
              <a:lnSpc>
                <a:spcPct val="90000"/>
              </a:lnSpc>
              <a:spcBef>
                <a:spcPts val="1191"/>
              </a:spcBef>
              <a:spcAft>
                <a:spcPts val="992"/>
              </a:spcAft>
              <a:buNone/>
            </a:pPr>
            <a:r>
              <a:rPr b="0" lang="en-US" sz="2000" spc="-1" strike="noStrike">
                <a:solidFill>
                  <a:schemeClr val="lt1"/>
                </a:solidFill>
                <a:latin typeface="Century Gothic"/>
                <a:ea typeface="Century Gothic"/>
              </a:rPr>
              <a:t>Secure data actively being processed in memory using secure enclaves and architectural isolation</a:t>
            </a:r>
            <a:endParaRPr b="0" lang="en-US" sz="2000" spc="-1" strike="noStrike">
              <a:solidFill>
                <a:srgbClr val="000000"/>
              </a:solidFill>
              <a:latin typeface="Arial"/>
            </a:endParaRPr>
          </a:p>
          <a:p>
            <a:pPr indent="0">
              <a:lnSpc>
                <a:spcPct val="90000"/>
              </a:lnSpc>
              <a:spcBef>
                <a:spcPts val="1001"/>
              </a:spcBef>
              <a:buNone/>
              <a:tabLst>
                <a:tab algn="l" pos="0"/>
              </a:tabLst>
            </a:pPr>
            <a:endParaRPr b="0" lang="en-US" sz="1600" spc="-1" strike="noStrike">
              <a:solidFill>
                <a:srgbClr val="000000"/>
              </a:solidFill>
              <a:latin typeface="Arial"/>
            </a:endParaRPr>
          </a:p>
          <a:p>
            <a:pPr marL="228600" indent="-88920">
              <a:lnSpc>
                <a:spcPct val="90000"/>
              </a:lnSpc>
              <a:spcBef>
                <a:spcPts val="1001"/>
              </a:spcBef>
              <a:buNone/>
              <a:tabLst>
                <a:tab algn="l" pos="0"/>
              </a:tabLst>
            </a:pPr>
            <a:endParaRPr b="0" lang="en-US" sz="2200" spc="-1" strike="noStrike">
              <a:solidFill>
                <a:srgbClr val="000000"/>
              </a:solidFill>
              <a:latin typeface="Arial"/>
            </a:endParaRPr>
          </a:p>
        </p:txBody>
      </p:sp>
      <p:pic>
        <p:nvPicPr>
          <p:cNvPr id="155" name="Google Shape;183;p7"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TRIPLE-A POLICIES</a:t>
            </a:r>
            <a:endParaRPr b="0" lang="en-US" sz="4000" spc="-1" strike="noStrike">
              <a:solidFill>
                <a:srgbClr val="000000"/>
              </a:solidFill>
              <a:latin typeface="Arial"/>
            </a:endParaRPr>
          </a:p>
        </p:txBody>
      </p:sp>
      <p:sp>
        <p:nvSpPr>
          <p:cNvPr id="157"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fontScale="83648"/>
          </a:bodyPr>
          <a:p>
            <a:pPr marL="228600" indent="-228600">
              <a:lnSpc>
                <a:spcPct val="90000"/>
              </a:lnSpc>
              <a:spcBef>
                <a:spcPts val="1191"/>
              </a:spcBef>
              <a:spcAft>
                <a:spcPts val="992"/>
              </a:spcAft>
              <a:buClr>
                <a:srgbClr val="ffffff"/>
              </a:buClr>
              <a:buFont typeface="Arial"/>
              <a:buChar char="•"/>
            </a:pPr>
            <a:r>
              <a:rPr b="0" lang="en-US" sz="2400" spc="-1" strike="noStrike">
                <a:solidFill>
                  <a:schemeClr val="lt1"/>
                </a:solidFill>
                <a:latin typeface="Century Gothic"/>
                <a:ea typeface="Century Gothic"/>
              </a:rPr>
              <a:t>Authentication: </a:t>
            </a:r>
            <a:endParaRPr b="0" lang="en-US" sz="2400" spc="-1" strike="noStrike">
              <a:solidFill>
                <a:srgbClr val="000000"/>
              </a:solidFill>
              <a:latin typeface="Arial"/>
            </a:endParaRPr>
          </a:p>
          <a:p>
            <a:pPr marL="228600" indent="0">
              <a:lnSpc>
                <a:spcPct val="90000"/>
              </a:lnSpc>
              <a:spcBef>
                <a:spcPts val="1191"/>
              </a:spcBef>
              <a:spcAft>
                <a:spcPts val="992"/>
              </a:spcAft>
              <a:buNone/>
            </a:pPr>
            <a:r>
              <a:rPr b="0" lang="en-US" sz="2400" spc="-1" strike="noStrike">
                <a:solidFill>
                  <a:schemeClr val="lt1"/>
                </a:solidFill>
                <a:latin typeface="Century Gothic"/>
                <a:ea typeface="Century Gothic"/>
              </a:rPr>
              <a:t>Verifies user and system identities through strict multi-factor authentication (MFA) and secure credential management</a:t>
            </a:r>
            <a:endParaRPr b="0" lang="en-US" sz="24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400" spc="-1" strike="noStrike">
                <a:solidFill>
                  <a:schemeClr val="lt1"/>
                </a:solidFill>
                <a:latin typeface="Century Gothic"/>
                <a:ea typeface="Century Gothic"/>
              </a:rPr>
              <a:t>Authorization: </a:t>
            </a:r>
            <a:endParaRPr b="0" lang="en-US" sz="2400" spc="-1" strike="noStrike">
              <a:solidFill>
                <a:srgbClr val="000000"/>
              </a:solidFill>
              <a:latin typeface="Arial"/>
            </a:endParaRPr>
          </a:p>
          <a:p>
            <a:pPr marL="228600" indent="0">
              <a:lnSpc>
                <a:spcPct val="90000"/>
              </a:lnSpc>
              <a:spcBef>
                <a:spcPts val="1191"/>
              </a:spcBef>
              <a:spcAft>
                <a:spcPts val="992"/>
              </a:spcAft>
              <a:buNone/>
            </a:pPr>
            <a:r>
              <a:rPr b="0" lang="en-US" sz="2400" spc="-1" strike="noStrike">
                <a:solidFill>
                  <a:schemeClr val="lt1"/>
                </a:solidFill>
                <a:latin typeface="Century Gothic"/>
                <a:ea typeface="Century Gothic"/>
              </a:rPr>
              <a:t>Enforces the principle of least privilege, ensuring users and processes only access explicitly permitted resources</a:t>
            </a:r>
            <a:endParaRPr b="0" lang="en-US" sz="2400" spc="-1" strike="noStrike">
              <a:solidFill>
                <a:srgbClr val="000000"/>
              </a:solidFill>
              <a:latin typeface="Arial"/>
            </a:endParaRPr>
          </a:p>
          <a:p>
            <a:pPr marL="228600" indent="-228600">
              <a:lnSpc>
                <a:spcPct val="90000"/>
              </a:lnSpc>
              <a:spcBef>
                <a:spcPts val="1191"/>
              </a:spcBef>
              <a:spcAft>
                <a:spcPts val="992"/>
              </a:spcAft>
              <a:buClr>
                <a:srgbClr val="ffffff"/>
              </a:buClr>
              <a:buFont typeface="Arial"/>
              <a:buChar char="•"/>
            </a:pPr>
            <a:r>
              <a:rPr b="0" lang="en-US" sz="2400" spc="-1" strike="noStrike">
                <a:solidFill>
                  <a:schemeClr val="lt1"/>
                </a:solidFill>
                <a:latin typeface="Century Gothic"/>
                <a:ea typeface="Century Gothic"/>
              </a:rPr>
              <a:t>Accounting: </a:t>
            </a:r>
            <a:endParaRPr b="0" lang="en-US" sz="2400" spc="-1" strike="noStrike">
              <a:solidFill>
                <a:srgbClr val="000000"/>
              </a:solidFill>
              <a:latin typeface="Arial"/>
            </a:endParaRPr>
          </a:p>
          <a:p>
            <a:pPr marL="228600" indent="0">
              <a:lnSpc>
                <a:spcPct val="90000"/>
              </a:lnSpc>
              <a:spcBef>
                <a:spcPts val="1191"/>
              </a:spcBef>
              <a:spcAft>
                <a:spcPts val="992"/>
              </a:spcAft>
              <a:buNone/>
            </a:pPr>
            <a:r>
              <a:rPr b="0" lang="en-US" sz="2400" spc="-1" strike="noStrike">
                <a:solidFill>
                  <a:schemeClr val="lt1"/>
                </a:solidFill>
                <a:latin typeface="Century Gothic"/>
                <a:ea typeface="Century Gothic"/>
              </a:rPr>
              <a:t>Maintains detailed audit logs of user logins, database changes, new user creations, access levels, and file accesses to track activity</a:t>
            </a:r>
            <a:endParaRPr b="0" lang="en-US" sz="2400" spc="-1" strike="noStrike">
              <a:solidFill>
                <a:srgbClr val="000000"/>
              </a:solidFill>
              <a:latin typeface="Arial"/>
            </a:endParaRPr>
          </a:p>
        </p:txBody>
      </p:sp>
      <p:pic>
        <p:nvPicPr>
          <p:cNvPr id="158" name="Google Shape;190;p8"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Autofit/>
          </a:bodyPr>
          <a:p>
            <a:pPr indent="0" algn="r">
              <a:lnSpc>
                <a:spcPct val="90000"/>
              </a:lnSpc>
              <a:buNone/>
              <a:tabLst>
                <a:tab algn="l" pos="0"/>
              </a:tabLst>
            </a:pPr>
            <a:r>
              <a:rPr b="0" lang="en-US" sz="4000" spc="-1" strike="noStrike">
                <a:solidFill>
                  <a:schemeClr val="lt1"/>
                </a:solidFill>
                <a:latin typeface="Century Gothic"/>
                <a:ea typeface="Century Gothic"/>
              </a:rPr>
              <a:t>Unit Testing</a:t>
            </a:r>
            <a:endParaRPr b="0" lang="en-US" sz="4000" spc="-1" strike="noStrike">
              <a:solidFill>
                <a:srgbClr val="000000"/>
              </a:solidFill>
              <a:latin typeface="Arial"/>
            </a:endParaRPr>
          </a:p>
        </p:txBody>
      </p:sp>
      <p:sp>
        <p:nvSpPr>
          <p:cNvPr id="160" name="PlaceHolder 2"/>
          <p:cNvSpPr>
            <a:spLocks noGrp="1"/>
          </p:cNvSpPr>
          <p:nvPr>
            <p:ph/>
          </p:nvPr>
        </p:nvSpPr>
        <p:spPr>
          <a:xfrm>
            <a:off x="685800" y="2194560"/>
            <a:ext cx="10820160" cy="4023720"/>
          </a:xfrm>
          <a:prstGeom prst="rect">
            <a:avLst/>
          </a:prstGeom>
          <a:noFill/>
          <a:ln w="0">
            <a:noFill/>
          </a:ln>
        </p:spPr>
        <p:txBody>
          <a:bodyPr lIns="91440" rIns="91440" tIns="45720" bIns="45720" anchor="t">
            <a:noAutofit/>
          </a:bodyPr>
          <a:p>
            <a:pPr indent="0">
              <a:lnSpc>
                <a:spcPct val="90000"/>
              </a:lnSpc>
              <a:spcBef>
                <a:spcPts val="1001"/>
              </a:spcBef>
              <a:buNone/>
              <a:tabLst>
                <a:tab algn="l" pos="0"/>
              </a:tabLst>
            </a:pPr>
            <a:r>
              <a:rPr b="0" lang="en-US" sz="2200" spc="-1" strike="noStrike">
                <a:solidFill>
                  <a:schemeClr val="lt1"/>
                </a:solidFill>
                <a:latin typeface="Century Gothic"/>
                <a:ea typeface="Century Gothic"/>
              </a:rPr>
              <a:t>This test is a negative test used to test out of range error</a:t>
            </a:r>
            <a:endParaRPr b="0" lang="en-US" sz="2200" spc="-1" strike="noStrike">
              <a:solidFill>
                <a:srgbClr val="000000"/>
              </a:solidFill>
              <a:latin typeface="Arial"/>
            </a:endParaRPr>
          </a:p>
        </p:txBody>
      </p:sp>
      <p:pic>
        <p:nvPicPr>
          <p:cNvPr id="161" name="Google Shape;197;g9504e29505_0_0" descr="Green Pace logo"/>
          <p:cNvPicPr/>
          <p:nvPr/>
        </p:nvPicPr>
        <p:blipFill>
          <a:blip r:embed="rId1"/>
          <a:stretch/>
        </p:blipFill>
        <p:spPr>
          <a:xfrm>
            <a:off x="11084040" y="5440680"/>
            <a:ext cx="886320" cy="1148760"/>
          </a:xfrm>
          <a:prstGeom prst="rect">
            <a:avLst/>
          </a:prstGeom>
          <a:ln w="0">
            <a:noFill/>
          </a:ln>
        </p:spPr>
      </p:pic>
      <p:pic>
        <p:nvPicPr>
          <p:cNvPr id="162" name="" descr=""/>
          <p:cNvPicPr/>
          <p:nvPr/>
        </p:nvPicPr>
        <p:blipFill>
          <a:blip r:embed="rId2"/>
          <a:stretch/>
        </p:blipFill>
        <p:spPr>
          <a:xfrm>
            <a:off x="2503440" y="3476880"/>
            <a:ext cx="7326360" cy="17809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AUTOMATION SUMMARY</a:t>
            </a:r>
            <a:endParaRPr b="0" lang="en-US" sz="4000" spc="-1" strike="noStrike">
              <a:solidFill>
                <a:srgbClr val="000000"/>
              </a:solidFill>
              <a:latin typeface="Arial"/>
            </a:endParaRPr>
          </a:p>
        </p:txBody>
      </p:sp>
      <p:pic>
        <p:nvPicPr>
          <p:cNvPr id="164"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nvPr/>
        </p:nvPicPr>
        <p:blipFill>
          <a:blip r:embed="rId1"/>
          <a:stretch/>
        </p:blipFill>
        <p:spPr>
          <a:xfrm>
            <a:off x="2127240" y="2199600"/>
            <a:ext cx="7937280" cy="4012920"/>
          </a:xfrm>
          <a:prstGeom prst="rect">
            <a:avLst/>
          </a:prstGeom>
          <a:ln w="0">
            <a:noFill/>
          </a:ln>
        </p:spPr>
      </p:pic>
      <p:pic>
        <p:nvPicPr>
          <p:cNvPr id="165" name="Google Shape;204;p9" descr="Green Pace logo"/>
          <p:cNvPicPr/>
          <p:nvPr/>
        </p:nvPicPr>
        <p:blipFill>
          <a:blip r:embed="rId2"/>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TOOLS</a:t>
            </a:r>
            <a:endParaRPr b="0" lang="en-US" sz="4000" spc="-1" strike="noStrike">
              <a:solidFill>
                <a:srgbClr val="000000"/>
              </a:solidFill>
              <a:latin typeface="Arial"/>
            </a:endParaRPr>
          </a:p>
        </p:txBody>
      </p:sp>
      <p:sp>
        <p:nvSpPr>
          <p:cNvPr id="167"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lvl="1" marL="6858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Automation is integrated across the DevSecOps lifecycle. Pre-production phases (Design, Build, Verify) utilize automated static analysis (SAST), dynamic analysis (DAST), vulnerability scanning, and trusted digitally signed repositories, while production phases leverage SIEM log collection, automated alerting, and incident response runbooks</a:t>
            </a:r>
            <a:endParaRPr b="0" lang="en-US" sz="2000" spc="-1" strike="noStrike">
              <a:solidFill>
                <a:srgbClr val="000000"/>
              </a:solidFill>
              <a:latin typeface="Arial"/>
            </a:endParaRPr>
          </a:p>
          <a:p>
            <a:pPr lvl="1" marL="685800" indent="-228600">
              <a:lnSpc>
                <a:spcPct val="90000"/>
              </a:lnSpc>
              <a:spcBef>
                <a:spcPts val="1191"/>
              </a:spcBef>
              <a:spcAft>
                <a:spcPts val="992"/>
              </a:spcAft>
              <a:buClr>
                <a:srgbClr val="ffffff"/>
              </a:buClr>
              <a:buFont typeface="Arial"/>
              <a:buChar char="•"/>
            </a:pPr>
            <a:r>
              <a:rPr b="0" lang="en-US" sz="2000" spc="-1" strike="noStrike">
                <a:solidFill>
                  <a:schemeClr val="lt1"/>
                </a:solidFill>
                <a:latin typeface="Century Gothic"/>
                <a:ea typeface="Century Gothic"/>
              </a:rPr>
              <a:t>External tools such as static code analyzers , dynamic application security testing tools, and network vulnerability scanners are integrated directly into the CI/CD build pipeline to automatically catch standard violations before code reaches production environments</a:t>
            </a:r>
            <a:endParaRPr b="0" lang="en-US" sz="2000" spc="-1" strike="noStrike">
              <a:solidFill>
                <a:srgbClr val="000000"/>
              </a:solidFill>
              <a:latin typeface="Arial"/>
            </a:endParaRPr>
          </a:p>
        </p:txBody>
      </p:sp>
      <p:pic>
        <p:nvPicPr>
          <p:cNvPr id="168" name="Google Shape;211;p10"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RISKS AND BENEFITS</a:t>
            </a:r>
            <a:endParaRPr b="0" lang="en-US" sz="4000" spc="-1" strike="noStrike">
              <a:solidFill>
                <a:srgbClr val="000000"/>
              </a:solidFill>
              <a:latin typeface="Arial"/>
            </a:endParaRPr>
          </a:p>
        </p:txBody>
      </p:sp>
      <p:sp>
        <p:nvSpPr>
          <p:cNvPr id="170"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marL="228600" indent="0">
              <a:lnSpc>
                <a:spcPct val="90000"/>
              </a:lnSpc>
              <a:spcBef>
                <a:spcPts val="1191"/>
              </a:spcBef>
              <a:spcAft>
                <a:spcPts val="992"/>
              </a:spcAft>
              <a:buNone/>
            </a:pPr>
            <a:r>
              <a:rPr b="0" lang="en-US" sz="2000" spc="-1" strike="noStrike">
                <a:solidFill>
                  <a:schemeClr val="lt1"/>
                </a:solidFill>
                <a:latin typeface="Century Gothic"/>
                <a:ea typeface="Century Gothic"/>
              </a:rPr>
              <a:t>Acting now minimizes technical debt, closes vulnerability windows, and prevents expensive data breaches. Waiting increases exposure to exploits and regulatory non-compliance. While automated tooling requires initial setup effort, the long-term benefit is standardized, resilient, and audit-ready software development</a:t>
            </a:r>
            <a:endParaRPr b="0" lang="en-US" sz="2000" spc="-1" strike="noStrike">
              <a:solidFill>
                <a:srgbClr val="000000"/>
              </a:solidFill>
              <a:latin typeface="Arial"/>
            </a:endParaRPr>
          </a:p>
        </p:txBody>
      </p:sp>
      <p:pic>
        <p:nvPicPr>
          <p:cNvPr id="171" name="Google Shape;218;p11"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RECOMMENDATIONS</a:t>
            </a:r>
            <a:endParaRPr b="0" lang="en-US" sz="4000" spc="-1" strike="noStrike">
              <a:solidFill>
                <a:srgbClr val="000000"/>
              </a:solidFill>
              <a:latin typeface="Arial"/>
            </a:endParaRPr>
          </a:p>
        </p:txBody>
      </p:sp>
      <p:sp>
        <p:nvSpPr>
          <p:cNvPr id="173"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lvl="2" marL="1143000" indent="0">
              <a:lnSpc>
                <a:spcPct val="90000"/>
              </a:lnSpc>
              <a:spcBef>
                <a:spcPts val="1191"/>
              </a:spcBef>
              <a:spcAft>
                <a:spcPts val="992"/>
              </a:spcAft>
              <a:buNone/>
            </a:pPr>
            <a:r>
              <a:rPr b="0" lang="en-US" sz="2400" spc="-1" strike="noStrike">
                <a:solidFill>
                  <a:schemeClr val="lt1"/>
                </a:solidFill>
                <a:latin typeface="Century Gothic"/>
                <a:ea typeface="Century Gothic"/>
              </a:rPr>
              <a:t>Address gaps in security policy enforcement by mandating continuous developer training, expanding automated code quality gate integration across all repositories, and enforcing strict exception documentation with formal CISO/CIO sign-off.</a:t>
            </a:r>
            <a:endParaRPr b="0" lang="en-US" sz="2400" spc="-1" strike="noStrike">
              <a:solidFill>
                <a:srgbClr val="000000"/>
              </a:solidFill>
              <a:latin typeface="Arial"/>
            </a:endParaRPr>
          </a:p>
        </p:txBody>
      </p:sp>
      <p:pic>
        <p:nvPicPr>
          <p:cNvPr id="174" name="Google Shape;225;p12"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CONCLUSIONS</a:t>
            </a:r>
            <a:endParaRPr b="0" lang="en-US" sz="4000" spc="-1" strike="noStrike">
              <a:solidFill>
                <a:srgbClr val="000000"/>
              </a:solidFill>
              <a:latin typeface="Arial"/>
            </a:endParaRPr>
          </a:p>
        </p:txBody>
      </p:sp>
      <p:sp>
        <p:nvSpPr>
          <p:cNvPr id="176"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marL="228600" indent="0">
              <a:lnSpc>
                <a:spcPct val="90000"/>
              </a:lnSpc>
              <a:spcBef>
                <a:spcPts val="1191"/>
              </a:spcBef>
              <a:spcAft>
                <a:spcPts val="992"/>
              </a:spcAft>
              <a:buNone/>
            </a:pPr>
            <a:r>
              <a:rPr b="0" lang="en-US" sz="2200" spc="-1" strike="noStrike">
                <a:solidFill>
                  <a:schemeClr val="lt1"/>
                </a:solidFill>
                <a:latin typeface="Century Gothic"/>
                <a:ea typeface="Century Gothic"/>
              </a:rPr>
              <a:t>Adopt continuous compliance monitoring frameworks, standardized OWASP application security guidelines, and regular third-party penetration testing to prevent recurring coding vulnerabilities and safeguard critical assets</a:t>
            </a:r>
            <a:endParaRPr b="0" lang="en-US" sz="2200" spc="-1" strike="noStrike">
              <a:solidFill>
                <a:srgbClr val="000000"/>
              </a:solidFill>
              <a:latin typeface="Arial"/>
            </a:endParaRPr>
          </a:p>
          <a:p>
            <a:pPr marL="228600" indent="-88920">
              <a:lnSpc>
                <a:spcPct val="90000"/>
              </a:lnSpc>
              <a:spcBef>
                <a:spcPts val="1001"/>
              </a:spcBef>
              <a:buNone/>
              <a:tabLst>
                <a:tab algn="l" pos="0"/>
              </a:tabLst>
            </a:pPr>
            <a:endParaRPr b="0" lang="en-US" sz="2200" spc="-1" strike="noStrike">
              <a:solidFill>
                <a:srgbClr val="000000"/>
              </a:solidFill>
              <a:latin typeface="Arial"/>
            </a:endParaRPr>
          </a:p>
        </p:txBody>
      </p:sp>
      <p:pic>
        <p:nvPicPr>
          <p:cNvPr id="177" name="Google Shape;232;p13"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2895480" y="764280"/>
            <a:ext cx="8610120" cy="1292760"/>
          </a:xfrm>
          <a:prstGeom prst="rect">
            <a:avLst/>
          </a:prstGeom>
          <a:noFill/>
          <a:ln w="0">
            <a:noFill/>
          </a:ln>
        </p:spPr>
        <p:txBody>
          <a:bodyPr lIns="91440" rIns="91440" tIns="45720" bIns="45720" anchor="ctr">
            <a:normAutofit/>
          </a:bodyPr>
          <a:p>
            <a:pPr indent="0" algn="r">
              <a:lnSpc>
                <a:spcPct val="90000"/>
              </a:lnSpc>
              <a:buNone/>
              <a:tabLst>
                <a:tab algn="l" pos="0"/>
              </a:tabLst>
            </a:pPr>
            <a:r>
              <a:rPr b="0" lang="en-US" sz="4000" spc="-1" strike="noStrike">
                <a:solidFill>
                  <a:schemeClr val="lt1"/>
                </a:solidFill>
                <a:latin typeface="Century Gothic"/>
                <a:ea typeface="Century Gothic"/>
              </a:rPr>
              <a:t>REFERENCES</a:t>
            </a:r>
            <a:endParaRPr b="0" lang="en-US" sz="4000" spc="-1" strike="noStrike">
              <a:solidFill>
                <a:srgbClr val="000000"/>
              </a:solidFill>
              <a:latin typeface="Arial"/>
            </a:endParaRPr>
          </a:p>
        </p:txBody>
      </p:sp>
      <p:sp>
        <p:nvSpPr>
          <p:cNvPr id="179" name="PlaceHolder 2"/>
          <p:cNvSpPr>
            <a:spLocks noGrp="1"/>
          </p:cNvSpPr>
          <p:nvPr>
            <p:ph/>
          </p:nvPr>
        </p:nvSpPr>
        <p:spPr>
          <a:xfrm>
            <a:off x="685800" y="2194560"/>
            <a:ext cx="10820160" cy="4023720"/>
          </a:xfrm>
          <a:prstGeom prst="rect">
            <a:avLst/>
          </a:prstGeom>
          <a:noFill/>
          <a:ln w="0">
            <a:noFill/>
          </a:ln>
        </p:spPr>
        <p:txBody>
          <a:bodyPr lIns="91440" rIns="91440" tIns="45720" bIns="45720" anchor="t">
            <a:normAutofit/>
          </a:bodyPr>
          <a:p>
            <a:pPr marL="432000" indent="-324000">
              <a:spcBef>
                <a:spcPts val="1191"/>
              </a:spcBef>
              <a:spcAft>
                <a:spcPts val="992"/>
              </a:spcAft>
              <a:buClr>
                <a:srgbClr val="ffffff"/>
              </a:buClr>
              <a:buSzPct val="45000"/>
              <a:buFont typeface="Wingdings" charset="2"/>
              <a:buChar char=""/>
            </a:pPr>
            <a:r>
              <a:rPr b="0" lang="en-US" sz="2400" spc="-1" strike="noStrike">
                <a:solidFill>
                  <a:srgbClr val="ffffff"/>
                </a:solidFill>
                <a:latin typeface="Arial"/>
              </a:rPr>
              <a:t>Sei cert C++ coding standard | CERT SECURE CODING. (2016). Github.Io. https://cmu-sei.github.io/secure-coding-standards/sei-cert-cpp-coding-standard/</a:t>
            </a:r>
            <a:endParaRPr b="0" lang="en-US" sz="2400" spc="-1" strike="noStrike">
              <a:solidFill>
                <a:srgbClr val="ffffff"/>
              </a:solidFill>
              <a:latin typeface="Arial"/>
            </a:endParaRPr>
          </a:p>
        </p:txBody>
      </p:sp>
      <p:pic>
        <p:nvPicPr>
          <p:cNvPr id="180" name="Google Shape;239;p14" descr="Green Pace logo"/>
          <p:cNvPicPr/>
          <p:nvPr/>
        </p:nvPicPr>
        <p:blipFill>
          <a:blip r:embed="rId1"/>
          <a:stretch/>
        </p:blipFill>
        <p:spPr>
          <a:xfrm>
            <a:off x="11084040" y="5440680"/>
            <a:ext cx="886320" cy="11487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13</TotalTime>
  <Application>LibreOffice/24.2.7.2$Linux_X86_64 LibreOffice_project/420$Build-2</Application>
  <AppVersion>15.0000</AppVersion>
  <Words>352</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dc:description/>
  <dc:language>en-US</dc:language>
  <cp:lastModifiedBy/>
  <dcterms:modified xsi:type="dcterms:W3CDTF">2026-10-14T13:07:22Z</dcterms:modified>
  <cp:revision>5</cp:revision>
  <dc:subject/>
  <dc:title>CS 405 Project Two Presentation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y fmtid="{D5CDD505-2E9C-101B-9397-08002B2CF9AE}" pid="5" name="Notes">
    <vt:i4>14</vt:i4>
  </property>
  <property fmtid="{D5CDD505-2E9C-101B-9397-08002B2CF9AE}" pid="6" name="PresentationFormat">
    <vt:lpwstr>Widescreen</vt:lpwstr>
  </property>
  <property fmtid="{D5CDD505-2E9C-101B-9397-08002B2CF9AE}" pid="7" name="Slides">
    <vt:i4>14</vt:i4>
  </property>
</Properties>
</file>